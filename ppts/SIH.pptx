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3B95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50134-285F-4855-8A96-DE7355F422F4}" v="455" dt="2025-09-22T18:50:10.240"/>
    <p1510:client id="{609F73BD-F6FD-4185-A9C3-D469F4CEDC24}" v="905" dt="2025-09-21T19:58:48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84" y="1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anshu Ekhar" userId="f47e58f214a5f420" providerId="LiveId" clId="{37E0447E-1D20-4A60-8C8E-B5722F5AAB47}"/>
    <pc:docChg chg="undo redo custSel modSld">
      <pc:chgData name="Devanshu Ekhar" userId="f47e58f214a5f420" providerId="LiveId" clId="{37E0447E-1D20-4A60-8C8E-B5722F5AAB47}" dt="2025-09-22T18:50:23.044" v="802" actId="20577"/>
      <pc:docMkLst>
        <pc:docMk/>
      </pc:docMkLst>
      <pc:sldChg chg="addSp delSp modSp mod">
        <pc:chgData name="Devanshu Ekhar" userId="f47e58f214a5f420" providerId="LiveId" clId="{37E0447E-1D20-4A60-8C8E-B5722F5AAB47}" dt="2025-09-22T18:50:10.240" v="796" actId="2"/>
        <pc:sldMkLst>
          <pc:docMk/>
          <pc:sldMk cId="0" sldId="281"/>
        </pc:sldMkLst>
        <pc:spChg chg="add del">
          <ac:chgData name="Devanshu Ekhar" userId="f47e58f214a5f420" providerId="LiveId" clId="{37E0447E-1D20-4A60-8C8E-B5722F5AAB47}" dt="2025-09-22T17:31:04.084" v="156" actId="22"/>
          <ac:spMkLst>
            <pc:docMk/>
            <pc:sldMk cId="0" sldId="281"/>
            <ac:spMk id="8" creationId="{A574224F-EEE6-EECB-A8FD-C60EA9901006}"/>
          </ac:spMkLst>
        </pc:spChg>
        <pc:spChg chg="add mod">
          <ac:chgData name="Devanshu Ekhar" userId="f47e58f214a5f420" providerId="LiveId" clId="{37E0447E-1D20-4A60-8C8E-B5722F5AAB47}" dt="2025-09-22T17:45:58.215" v="279" actId="1076"/>
          <ac:spMkLst>
            <pc:docMk/>
            <pc:sldMk cId="0" sldId="281"/>
            <ac:spMk id="11" creationId="{7E9E3EB3-5C96-B8AA-FCF0-9C9C313DDF12}"/>
          </ac:spMkLst>
        </pc:spChg>
        <pc:graphicFrameChg chg="mod">
          <ac:chgData name="Devanshu Ekhar" userId="f47e58f214a5f420" providerId="LiveId" clId="{37E0447E-1D20-4A60-8C8E-B5722F5AAB47}" dt="2025-09-22T18:50:10.240" v="796" actId="2"/>
          <ac:graphicFrameMkLst>
            <pc:docMk/>
            <pc:sldMk cId="0" sldId="281"/>
            <ac:graphicFrameMk id="17" creationId="{864C7AFC-4956-1672-CF49-7DDD38EA210B}"/>
          </ac:graphicFrameMkLst>
        </pc:graphicFrameChg>
        <pc:picChg chg="add del mod">
          <ac:chgData name="Devanshu Ekhar" userId="f47e58f214a5f420" providerId="LiveId" clId="{37E0447E-1D20-4A60-8C8E-B5722F5AAB47}" dt="2025-09-22T17:29:01.862" v="138" actId="21"/>
          <ac:picMkLst>
            <pc:docMk/>
            <pc:sldMk cId="0" sldId="281"/>
            <ac:picMk id="2" creationId="{241C848C-BC4A-CB1C-8B62-07F08F462DF6}"/>
          </ac:picMkLst>
        </pc:picChg>
        <pc:picChg chg="add mod">
          <ac:chgData name="Devanshu Ekhar" userId="f47e58f214a5f420" providerId="LiveId" clId="{37E0447E-1D20-4A60-8C8E-B5722F5AAB47}" dt="2025-09-22T17:34:11.618" v="177" actId="14100"/>
          <ac:picMkLst>
            <pc:docMk/>
            <pc:sldMk cId="0" sldId="281"/>
            <ac:picMk id="4" creationId="{AEF81BC5-D751-9FF3-942A-0F978F2D6352}"/>
          </ac:picMkLst>
        </pc:picChg>
        <pc:picChg chg="del">
          <ac:chgData name="Devanshu Ekhar" userId="f47e58f214a5f420" providerId="LiveId" clId="{37E0447E-1D20-4A60-8C8E-B5722F5AAB47}" dt="2025-09-22T17:28:52.035" v="136" actId="21"/>
          <ac:picMkLst>
            <pc:docMk/>
            <pc:sldMk cId="0" sldId="281"/>
            <ac:picMk id="1026" creationId="{241C848C-BC4A-CB1C-8B62-07F08F462DF6}"/>
          </ac:picMkLst>
        </pc:picChg>
      </pc:sldChg>
      <pc:sldChg chg="addSp delSp modSp mod">
        <pc:chgData name="Devanshu Ekhar" userId="f47e58f214a5f420" providerId="LiveId" clId="{37E0447E-1D20-4A60-8C8E-B5722F5AAB47}" dt="2025-09-22T17:54:11.649" v="468"/>
        <pc:sldMkLst>
          <pc:docMk/>
          <pc:sldMk cId="0" sldId="290"/>
        </pc:sldMkLst>
        <pc:spChg chg="mod">
          <ac:chgData name="Devanshu Ekhar" userId="f47e58f214a5f420" providerId="LiveId" clId="{37E0447E-1D20-4A60-8C8E-B5722F5AAB47}" dt="2025-09-22T17:44:39.139" v="266" actId="1076"/>
          <ac:spMkLst>
            <pc:docMk/>
            <pc:sldMk cId="0" sldId="290"/>
            <ac:spMk id="13" creationId="{AC4A53C7-D1E0-19F6-57DC-06E8878E258C}"/>
          </ac:spMkLst>
        </pc:spChg>
        <pc:spChg chg="mod">
          <ac:chgData name="Devanshu Ekhar" userId="f47e58f214a5f420" providerId="LiveId" clId="{37E0447E-1D20-4A60-8C8E-B5722F5AAB47}" dt="2025-09-22T17:44:00.949" v="262" actId="1076"/>
          <ac:spMkLst>
            <pc:docMk/>
            <pc:sldMk cId="0" sldId="290"/>
            <ac:spMk id="25" creationId="{42F614BF-C953-994E-6B25-7F15D9F94B09}"/>
          </ac:spMkLst>
        </pc:spChg>
        <pc:graphicFrameChg chg="add mod modGraphic">
          <ac:chgData name="Devanshu Ekhar" userId="f47e58f214a5f420" providerId="LiveId" clId="{37E0447E-1D20-4A60-8C8E-B5722F5AAB47}" dt="2025-09-22T17:53:00.986" v="455" actId="403"/>
          <ac:graphicFrameMkLst>
            <pc:docMk/>
            <pc:sldMk cId="0" sldId="290"/>
            <ac:graphicFrameMk id="3" creationId="{CADAA1E6-2EF1-9AA0-58DE-9C86E9ADEF11}"/>
          </ac:graphicFrameMkLst>
        </pc:graphicFrameChg>
        <pc:graphicFrameChg chg="mod modGraphic">
          <ac:chgData name="Devanshu Ekhar" userId="f47e58f214a5f420" providerId="LiveId" clId="{37E0447E-1D20-4A60-8C8E-B5722F5AAB47}" dt="2025-09-22T17:54:11.649" v="468"/>
          <ac:graphicFrameMkLst>
            <pc:docMk/>
            <pc:sldMk cId="0" sldId="290"/>
            <ac:graphicFrameMk id="20" creationId="{C42D23BA-AD87-6C01-72F9-79773CF0505D}"/>
          </ac:graphicFrameMkLst>
        </pc:graphicFrameChg>
        <pc:picChg chg="add del mod">
          <ac:chgData name="Devanshu Ekhar" userId="f47e58f214a5f420" providerId="LiveId" clId="{37E0447E-1D20-4A60-8C8E-B5722F5AAB47}" dt="2025-09-22T17:53:59.273" v="466" actId="21"/>
          <ac:picMkLst>
            <pc:docMk/>
            <pc:sldMk cId="0" sldId="290"/>
            <ac:picMk id="24" creationId="{3D50DAC0-1ED4-46C6-913E-18FB338F3ED6}"/>
          </ac:picMkLst>
        </pc:picChg>
      </pc:sldChg>
      <pc:sldChg chg="modSp">
        <pc:chgData name="Devanshu Ekhar" userId="f47e58f214a5f420" providerId="LiveId" clId="{37E0447E-1D20-4A60-8C8E-B5722F5AAB47}" dt="2025-09-22T18:07:54.637" v="539"/>
        <pc:sldMkLst>
          <pc:docMk/>
          <pc:sldMk cId="3753387913" sldId="293"/>
        </pc:sldMkLst>
        <pc:graphicFrameChg chg="mod">
          <ac:chgData name="Devanshu Ekhar" userId="f47e58f214a5f420" providerId="LiveId" clId="{37E0447E-1D20-4A60-8C8E-B5722F5AAB47}" dt="2025-09-22T18:07:54.637" v="539"/>
          <ac:graphicFrameMkLst>
            <pc:docMk/>
            <pc:sldMk cId="3753387913" sldId="293"/>
            <ac:graphicFrameMk id="4" creationId="{1DEC6770-7B74-61B2-E70C-D1B539A0A4F9}"/>
          </ac:graphicFrameMkLst>
        </pc:graphicFrameChg>
      </pc:sldChg>
      <pc:sldChg chg="modSp mod">
        <pc:chgData name="Devanshu Ekhar" userId="f47e58f214a5f420" providerId="LiveId" clId="{37E0447E-1D20-4A60-8C8E-B5722F5AAB47}" dt="2025-09-22T18:09:45.602" v="553" actId="14100"/>
        <pc:sldMkLst>
          <pc:docMk/>
          <pc:sldMk cId="2997144140" sldId="294"/>
        </pc:sldMkLst>
        <pc:spChg chg="mod">
          <ac:chgData name="Devanshu Ekhar" userId="f47e58f214a5f420" providerId="LiveId" clId="{37E0447E-1D20-4A60-8C8E-B5722F5AAB47}" dt="2025-09-22T18:09:28.624" v="551" actId="14100"/>
          <ac:spMkLst>
            <pc:docMk/>
            <pc:sldMk cId="2997144140" sldId="294"/>
            <ac:spMk id="4" creationId="{126765B5-3247-97FC-E5B9-F509D774FFBA}"/>
          </ac:spMkLst>
        </pc:spChg>
        <pc:spChg chg="mod">
          <ac:chgData name="Devanshu Ekhar" userId="f47e58f214a5f420" providerId="LiveId" clId="{37E0447E-1D20-4A60-8C8E-B5722F5AAB47}" dt="2025-09-22T18:09:40.531" v="552" actId="14100"/>
          <ac:spMkLst>
            <pc:docMk/>
            <pc:sldMk cId="2997144140" sldId="294"/>
            <ac:spMk id="11" creationId="{A63C6B6A-8A62-1D0B-A181-4720552A3863}"/>
          </ac:spMkLst>
        </pc:spChg>
        <pc:picChg chg="mod">
          <ac:chgData name="Devanshu Ekhar" userId="f47e58f214a5f420" providerId="LiveId" clId="{37E0447E-1D20-4A60-8C8E-B5722F5AAB47}" dt="2025-09-22T18:09:45.602" v="553" actId="14100"/>
          <ac:picMkLst>
            <pc:docMk/>
            <pc:sldMk cId="2997144140" sldId="294"/>
            <ac:picMk id="8" creationId="{1D2712F2-70CB-3DC1-B550-6F2D7AB4874E}"/>
          </ac:picMkLst>
        </pc:picChg>
      </pc:sldChg>
      <pc:sldChg chg="addSp delSp modSp mod">
        <pc:chgData name="Devanshu Ekhar" userId="f47e58f214a5f420" providerId="LiveId" clId="{37E0447E-1D20-4A60-8C8E-B5722F5AAB47}" dt="2025-09-22T18:50:23.044" v="802" actId="20577"/>
        <pc:sldMkLst>
          <pc:docMk/>
          <pc:sldMk cId="3916788613" sldId="296"/>
        </pc:sldMkLst>
        <pc:spChg chg="mod">
          <ac:chgData name="Devanshu Ekhar" userId="f47e58f214a5f420" providerId="LiveId" clId="{37E0447E-1D20-4A60-8C8E-B5722F5AAB47}" dt="2025-09-22T18:06:08.522" v="530" actId="1076"/>
          <ac:spMkLst>
            <pc:docMk/>
            <pc:sldMk cId="3916788613" sldId="296"/>
            <ac:spMk id="4" creationId="{FCA18206-6BD5-3317-51B2-1E4246860C5C}"/>
          </ac:spMkLst>
        </pc:spChg>
        <pc:spChg chg="mod">
          <ac:chgData name="Devanshu Ekhar" userId="f47e58f214a5f420" providerId="LiveId" clId="{37E0447E-1D20-4A60-8C8E-B5722F5AAB47}" dt="2025-09-22T18:37:19.095" v="701" actId="207"/>
          <ac:spMkLst>
            <pc:docMk/>
            <pc:sldMk cId="3916788613" sldId="296"/>
            <ac:spMk id="5" creationId="{0AFBB53E-7DC0-5724-6AAD-A280EC4F895E}"/>
          </ac:spMkLst>
        </pc:spChg>
        <pc:spChg chg="mod">
          <ac:chgData name="Devanshu Ekhar" userId="f47e58f214a5f420" providerId="LiveId" clId="{37E0447E-1D20-4A60-8C8E-B5722F5AAB47}" dt="2025-09-22T18:50:23.044" v="802" actId="20577"/>
          <ac:spMkLst>
            <pc:docMk/>
            <pc:sldMk cId="3916788613" sldId="296"/>
            <ac:spMk id="8" creationId="{7DF7E290-9C8D-7463-F25F-89D2B8425339}"/>
          </ac:spMkLst>
        </pc:spChg>
        <pc:picChg chg="add mod">
          <ac:chgData name="Devanshu Ekhar" userId="f47e58f214a5f420" providerId="LiveId" clId="{37E0447E-1D20-4A60-8C8E-B5722F5AAB47}" dt="2025-09-22T18:24:22.105" v="678" actId="27349"/>
          <ac:picMkLst>
            <pc:docMk/>
            <pc:sldMk cId="3916788613" sldId="296"/>
            <ac:picMk id="9" creationId="{AA608A66-D142-651A-1D16-BF2B23F5B24D}"/>
          </ac:picMkLst>
        </pc:picChg>
        <pc:picChg chg="del mod">
          <ac:chgData name="Devanshu Ekhar" userId="f47e58f214a5f420" providerId="LiveId" clId="{37E0447E-1D20-4A60-8C8E-B5722F5AAB47}" dt="2025-09-22T18:33:45.966" v="683" actId="21"/>
          <ac:picMkLst>
            <pc:docMk/>
            <pc:sldMk cId="3916788613" sldId="296"/>
            <ac:picMk id="13" creationId="{EEE006D3-3548-F8DF-7894-35C355F98F4D}"/>
          </ac:picMkLst>
        </pc:picChg>
        <pc:picChg chg="add mod">
          <ac:chgData name="Devanshu Ekhar" userId="f47e58f214a5f420" providerId="LiveId" clId="{37E0447E-1D20-4A60-8C8E-B5722F5AAB47}" dt="2025-09-22T18:34:52.603" v="696" actId="14100"/>
          <ac:picMkLst>
            <pc:docMk/>
            <pc:sldMk cId="3916788613" sldId="296"/>
            <ac:picMk id="14" creationId="{3A693D36-8CFB-2990-35CE-7C1BE6E739FF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918503-1F17-45B1-A212-216266D4ADA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84588F1-38A4-4139-AACB-BB0257B99312}">
      <dgm:prSet phldrT="[Text]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The Problem</a:t>
          </a:r>
        </a:p>
      </dgm:t>
    </dgm:pt>
    <dgm:pt modelId="{4BCB2794-652D-4504-B3F9-7AAE5FBB6FB2}" type="parTrans" cxnId="{4ED91770-2FBD-48FC-8CFC-167501E49556}">
      <dgm:prSet/>
      <dgm:spPr/>
      <dgm:t>
        <a:bodyPr/>
        <a:lstStyle/>
        <a:p>
          <a:endParaRPr lang="en-IN"/>
        </a:p>
      </dgm:t>
    </dgm:pt>
    <dgm:pt modelId="{DCC25663-54CE-4ABE-A616-4062C0AE90E6}" type="sibTrans" cxnId="{4ED91770-2FBD-48FC-8CFC-167501E49556}">
      <dgm:prSet/>
      <dgm:spPr/>
      <dgm:t>
        <a:bodyPr/>
        <a:lstStyle/>
        <a:p>
          <a:endParaRPr lang="en-IN"/>
        </a:p>
      </dgm:t>
    </dgm:pt>
    <dgm:pt modelId="{3B4AA558-9731-42D9-803B-9C1AA781CBCB}">
      <dgm:prSet phldrT="[Text]" custT="1"/>
      <dgm:spPr/>
      <dgm:t>
        <a:bodyPr/>
        <a:lstStyle/>
        <a:p>
          <a:pPr algn="just"/>
          <a:r>
            <a:rPr lang="en-IN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Scoliosis = abnormal spine curvature</a:t>
          </a:r>
        </a:p>
      </dgm:t>
    </dgm:pt>
    <dgm:pt modelId="{24632CE9-3CD2-43E0-AFA3-FD0A20D823A4}" type="parTrans" cxnId="{FD5318A6-5CBD-418D-B589-41A2C66461F2}">
      <dgm:prSet/>
      <dgm:spPr/>
      <dgm:t>
        <a:bodyPr/>
        <a:lstStyle/>
        <a:p>
          <a:endParaRPr lang="en-IN"/>
        </a:p>
      </dgm:t>
    </dgm:pt>
    <dgm:pt modelId="{B30B3E61-A3A3-4554-816F-765D78DD0008}" type="sibTrans" cxnId="{FD5318A6-5CBD-418D-B589-41A2C66461F2}">
      <dgm:prSet/>
      <dgm:spPr/>
      <dgm:t>
        <a:bodyPr/>
        <a:lstStyle/>
        <a:p>
          <a:endParaRPr lang="en-IN"/>
        </a:p>
      </dgm:t>
    </dgm:pt>
    <dgm:pt modelId="{021B4C5A-5D68-4D63-9805-8067FA5CAB5C}">
      <dgm:prSet phldrT="[Text]" custT="1"/>
      <dgm:spPr/>
      <dgm:t>
        <a:bodyPr/>
        <a:lstStyle/>
        <a:p>
          <a:pPr algn="just"/>
          <a:r>
            <a:rPr lang="en-IN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Impacts </a:t>
          </a:r>
          <a:r>
            <a:rPr lang="en-IN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2–3% of adolescents</a:t>
          </a:r>
          <a:r>
            <a:rPr lang="en-IN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
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Manual X-ray + expert opinion →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slow, subjective, error-prone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
Rural areas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→ no radiologists → late/missed detection</a:t>
          </a:r>
          <a:endParaRPr lang="en-IN" sz="1400" b="1" dirty="0"/>
        </a:p>
      </dgm:t>
    </dgm:pt>
    <dgm:pt modelId="{42AEC3B0-3C49-4502-B76C-CA03F5AD53D5}" type="parTrans" cxnId="{8BD5ACFB-E942-43C0-A7ED-BE5E893BC2EC}">
      <dgm:prSet/>
      <dgm:spPr/>
      <dgm:t>
        <a:bodyPr/>
        <a:lstStyle/>
        <a:p>
          <a:endParaRPr lang="en-IN"/>
        </a:p>
      </dgm:t>
    </dgm:pt>
    <dgm:pt modelId="{303D820F-9F6D-4825-B047-BF6BD55E1331}" type="sibTrans" cxnId="{8BD5ACFB-E942-43C0-A7ED-BE5E893BC2EC}">
      <dgm:prSet/>
      <dgm:spPr/>
      <dgm:t>
        <a:bodyPr/>
        <a:lstStyle/>
        <a:p>
          <a:endParaRPr lang="en-IN"/>
        </a:p>
      </dgm:t>
    </dgm:pt>
    <dgm:pt modelId="{E10599E3-1B7F-42FB-9011-8A868349F72F}">
      <dgm:prSet phldrT="[Text]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Our Solution</a:t>
          </a:r>
        </a:p>
      </dgm:t>
    </dgm:pt>
    <dgm:pt modelId="{D56D5CAC-A701-474D-8059-BF8D9CFD8A7F}" type="parTrans" cxnId="{91F9CFD9-3377-4D3E-B283-6A8BFB2092B7}">
      <dgm:prSet/>
      <dgm:spPr/>
      <dgm:t>
        <a:bodyPr/>
        <a:lstStyle/>
        <a:p>
          <a:endParaRPr lang="en-IN"/>
        </a:p>
      </dgm:t>
    </dgm:pt>
    <dgm:pt modelId="{74DF9059-5343-4E5F-B926-3EC0BA4472D8}" type="sibTrans" cxnId="{91F9CFD9-3377-4D3E-B283-6A8BFB2092B7}">
      <dgm:prSet/>
      <dgm:spPr/>
      <dgm:t>
        <a:bodyPr/>
        <a:lstStyle/>
        <a:p>
          <a:endParaRPr lang="en-IN"/>
        </a:p>
      </dgm:t>
    </dgm:pt>
    <dgm:pt modelId="{ABD7C932-3C12-4C9A-A230-DA3E6AF4EDB1}">
      <dgm:prSet phldrT="[Text]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Innovation &amp; Uniqueness</a:t>
          </a:r>
        </a:p>
      </dgm:t>
    </dgm:pt>
    <dgm:pt modelId="{A70DC6FE-CD04-4F6E-8C70-138C0D737981}" type="parTrans" cxnId="{342C95C3-0040-4B69-BAE3-00370FA19B8F}">
      <dgm:prSet/>
      <dgm:spPr/>
      <dgm:t>
        <a:bodyPr/>
        <a:lstStyle/>
        <a:p>
          <a:endParaRPr lang="en-IN"/>
        </a:p>
      </dgm:t>
    </dgm:pt>
    <dgm:pt modelId="{831C2F37-C344-4E5C-B59D-BD555B1AB909}" type="sibTrans" cxnId="{342C95C3-0040-4B69-BAE3-00370FA19B8F}">
      <dgm:prSet/>
      <dgm:spPr/>
      <dgm:t>
        <a:bodyPr/>
        <a:lstStyle/>
        <a:p>
          <a:endParaRPr lang="en-IN"/>
        </a:p>
      </dgm:t>
    </dgm:pt>
    <dgm:pt modelId="{B4B46C6C-92B9-43A5-9EDD-201C8AB0DEEE}">
      <dgm:prSet phldrT="[Text]" custT="1"/>
      <dgm:spPr/>
      <dgm:t>
        <a:bodyPr/>
        <a:lstStyle/>
        <a:p>
          <a:pPr algn="just"/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Non-invasive &amp; low-cost 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(uses existing X-rays)
Deployable in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rural centers, schools, telehealth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
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Seconds vs. hours/days 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for manual diagnosis
Scalable →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severity grading &amp; other spinal deformities</a:t>
          </a:r>
          <a:endParaRPr lang="en-IN" sz="18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6F36E25-6F76-4DB7-8BC9-82F73989D19C}" type="parTrans" cxnId="{721C00F6-F965-40AF-ADFB-BEF3491BA67E}">
      <dgm:prSet/>
      <dgm:spPr/>
      <dgm:t>
        <a:bodyPr/>
        <a:lstStyle/>
        <a:p>
          <a:endParaRPr lang="en-IN"/>
        </a:p>
      </dgm:t>
    </dgm:pt>
    <dgm:pt modelId="{B6CFCEC2-E6D7-438E-BB8F-781AFA02EA39}" type="sibTrans" cxnId="{721C00F6-F965-40AF-ADFB-BEF3491BA67E}">
      <dgm:prSet/>
      <dgm:spPr/>
      <dgm:t>
        <a:bodyPr/>
        <a:lstStyle/>
        <a:p>
          <a:endParaRPr lang="en-IN"/>
        </a:p>
      </dgm:t>
    </dgm:pt>
    <dgm:pt modelId="{4DEB549B-8FAF-4E6C-B93A-4A6696E20159}">
      <dgm:prSet phldrT="[Text]" custT="1"/>
      <dgm:spPr/>
      <dgm:t>
        <a:bodyPr/>
        <a:lstStyle/>
        <a:p>
          <a:pPr algn="just"/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CNN model 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trained on X-rays
</a:t>
          </a:r>
          <a:r>
            <a:rPr lang="en-IN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Binary output: </a:t>
          </a:r>
          <a:r>
            <a:rPr lang="en-IN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Normal / Scoliosis
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Streamlit app 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for real-time screening
</a:t>
          </a:r>
          <a:r>
            <a:rPr lang="en-IN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Instant &amp; user-friendly </a:t>
          </a:r>
          <a:r>
            <a:rPr lang="en-IN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predictions</a:t>
          </a:r>
        </a:p>
      </dgm:t>
    </dgm:pt>
    <dgm:pt modelId="{97EE5E3E-C7CD-4196-A5FD-0761287891AE}" type="sibTrans" cxnId="{0CC7703E-AA39-47B0-A7B5-100CE76797D3}">
      <dgm:prSet/>
      <dgm:spPr/>
      <dgm:t>
        <a:bodyPr/>
        <a:lstStyle/>
        <a:p>
          <a:endParaRPr lang="en-IN"/>
        </a:p>
      </dgm:t>
    </dgm:pt>
    <dgm:pt modelId="{880B6FBF-117D-4E09-96B7-473CA8C02D65}" type="parTrans" cxnId="{0CC7703E-AA39-47B0-A7B5-100CE76797D3}">
      <dgm:prSet/>
      <dgm:spPr/>
      <dgm:t>
        <a:bodyPr/>
        <a:lstStyle/>
        <a:p>
          <a:endParaRPr lang="en-IN"/>
        </a:p>
      </dgm:t>
    </dgm:pt>
    <dgm:pt modelId="{1B5BD682-17E8-4B73-B58C-FCD8F8D0E3DD}" type="pres">
      <dgm:prSet presAssocID="{31918503-1F17-45B1-A212-216266D4ADA2}" presName="Name0" presStyleCnt="0">
        <dgm:presLayoutVars>
          <dgm:dir/>
          <dgm:animLvl val="lvl"/>
          <dgm:resizeHandles val="exact"/>
        </dgm:presLayoutVars>
      </dgm:prSet>
      <dgm:spPr/>
    </dgm:pt>
    <dgm:pt modelId="{7654504E-7BF0-490F-B412-251693146151}" type="pres">
      <dgm:prSet presAssocID="{E84588F1-38A4-4139-AACB-BB0257B99312}" presName="linNode" presStyleCnt="0"/>
      <dgm:spPr/>
    </dgm:pt>
    <dgm:pt modelId="{CA1CA598-E375-4C86-AFCE-3D3CE0C9D68C}" type="pres">
      <dgm:prSet presAssocID="{E84588F1-38A4-4139-AACB-BB0257B99312}" presName="parentText" presStyleLbl="node1" presStyleIdx="0" presStyleCnt="3" custScaleX="90633" custScaleY="70241" custLinFactNeighborX="-6" custLinFactNeighborY="4474">
        <dgm:presLayoutVars>
          <dgm:chMax val="1"/>
          <dgm:bulletEnabled val="1"/>
        </dgm:presLayoutVars>
      </dgm:prSet>
      <dgm:spPr/>
    </dgm:pt>
    <dgm:pt modelId="{67354CD6-135C-48A7-AC3E-C65FBA235E17}" type="pres">
      <dgm:prSet presAssocID="{E84588F1-38A4-4139-AACB-BB0257B99312}" presName="descendantText" presStyleLbl="alignAccFollowNode1" presStyleIdx="0" presStyleCnt="3" custScaleX="200976" custScaleY="80132" custLinFactNeighborX="10" custLinFactNeighborY="6762">
        <dgm:presLayoutVars>
          <dgm:bulletEnabled val="1"/>
        </dgm:presLayoutVars>
      </dgm:prSet>
      <dgm:spPr/>
    </dgm:pt>
    <dgm:pt modelId="{3F29AF7E-D48D-46A1-A8A7-1276FF4E516A}" type="pres">
      <dgm:prSet presAssocID="{DCC25663-54CE-4ABE-A616-4062C0AE90E6}" presName="sp" presStyleCnt="0"/>
      <dgm:spPr/>
    </dgm:pt>
    <dgm:pt modelId="{64B98150-0EAA-45DC-A68B-529A56EAB3D5}" type="pres">
      <dgm:prSet presAssocID="{E10599E3-1B7F-42FB-9011-8A868349F72F}" presName="linNode" presStyleCnt="0"/>
      <dgm:spPr/>
    </dgm:pt>
    <dgm:pt modelId="{80C69B4C-701B-473C-92B4-2214662DFB4C}" type="pres">
      <dgm:prSet presAssocID="{E10599E3-1B7F-42FB-9011-8A868349F72F}" presName="parentText" presStyleLbl="node1" presStyleIdx="1" presStyleCnt="3" custScaleX="193309" custScaleY="70107" custLinFactNeighborX="-12" custLinFactNeighborY="1539">
        <dgm:presLayoutVars>
          <dgm:chMax val="1"/>
          <dgm:bulletEnabled val="1"/>
        </dgm:presLayoutVars>
      </dgm:prSet>
      <dgm:spPr/>
    </dgm:pt>
    <dgm:pt modelId="{FB981C78-DD3E-4372-B80B-5BD4E74BD453}" type="pres">
      <dgm:prSet presAssocID="{E10599E3-1B7F-42FB-9011-8A868349F72F}" presName="descendantText" presStyleLbl="alignAccFollowNode1" presStyleIdx="1" presStyleCnt="3" custScaleX="428616" custScaleY="82935" custLinFactNeighborX="801" custLinFactNeighborY="-649">
        <dgm:presLayoutVars>
          <dgm:bulletEnabled val="1"/>
        </dgm:presLayoutVars>
      </dgm:prSet>
      <dgm:spPr/>
    </dgm:pt>
    <dgm:pt modelId="{5ABECEB3-37E0-4794-9A14-A35CA271BAB4}" type="pres">
      <dgm:prSet presAssocID="{74DF9059-5343-4E5F-B926-3EC0BA4472D8}" presName="sp" presStyleCnt="0"/>
      <dgm:spPr/>
    </dgm:pt>
    <dgm:pt modelId="{0DEA7FE2-437A-4C18-B1D8-10DAD10A31CA}" type="pres">
      <dgm:prSet presAssocID="{ABD7C932-3C12-4C9A-A230-DA3E6AF4EDB1}" presName="linNode" presStyleCnt="0"/>
      <dgm:spPr/>
    </dgm:pt>
    <dgm:pt modelId="{4AB13266-25A9-44B8-A594-CB0C6FB4C372}" type="pres">
      <dgm:prSet presAssocID="{ABD7C932-3C12-4C9A-A230-DA3E6AF4EDB1}" presName="parentText" presStyleLbl="node1" presStyleIdx="2" presStyleCnt="3" custScaleX="60022" custScaleY="69745" custLinFactNeighborX="-4" custLinFactNeighborY="-2834">
        <dgm:presLayoutVars>
          <dgm:chMax val="1"/>
          <dgm:bulletEnabled val="1"/>
        </dgm:presLayoutVars>
      </dgm:prSet>
      <dgm:spPr/>
    </dgm:pt>
    <dgm:pt modelId="{4E1AF34D-5F61-44B4-8174-CF508A82F17A}" type="pres">
      <dgm:prSet presAssocID="{ABD7C932-3C12-4C9A-A230-DA3E6AF4EDB1}" presName="descendantText" presStyleLbl="alignAccFollowNode1" presStyleIdx="2" presStyleCnt="3" custScaleX="130820" custScaleY="89905" custLinFactNeighborX="-792" custLinFactNeighborY="-4905">
        <dgm:presLayoutVars>
          <dgm:bulletEnabled val="1"/>
        </dgm:presLayoutVars>
      </dgm:prSet>
      <dgm:spPr/>
    </dgm:pt>
  </dgm:ptLst>
  <dgm:cxnLst>
    <dgm:cxn modelId="{80DF9909-5C84-4E65-AAC4-73237B480A3C}" type="presOf" srcId="{3B4AA558-9731-42D9-803B-9C1AA781CBCB}" destId="{67354CD6-135C-48A7-AC3E-C65FBA235E17}" srcOrd="0" destOrd="0" presId="urn:microsoft.com/office/officeart/2005/8/layout/vList5"/>
    <dgm:cxn modelId="{F41D370F-1871-4CFB-A00C-36DED3B8BCAA}" type="presOf" srcId="{ABD7C932-3C12-4C9A-A230-DA3E6AF4EDB1}" destId="{4AB13266-25A9-44B8-A594-CB0C6FB4C372}" srcOrd="0" destOrd="0" presId="urn:microsoft.com/office/officeart/2005/8/layout/vList5"/>
    <dgm:cxn modelId="{0D2CE12B-AA13-4163-813C-AECEC18C4E58}" type="presOf" srcId="{4DEB549B-8FAF-4E6C-B93A-4A6696E20159}" destId="{FB981C78-DD3E-4372-B80B-5BD4E74BD453}" srcOrd="0" destOrd="0" presId="urn:microsoft.com/office/officeart/2005/8/layout/vList5"/>
    <dgm:cxn modelId="{0CC7703E-AA39-47B0-A7B5-100CE76797D3}" srcId="{E10599E3-1B7F-42FB-9011-8A868349F72F}" destId="{4DEB549B-8FAF-4E6C-B93A-4A6696E20159}" srcOrd="0" destOrd="0" parTransId="{880B6FBF-117D-4E09-96B7-473CA8C02D65}" sibTransId="{97EE5E3E-C7CD-4196-A5FD-0761287891AE}"/>
    <dgm:cxn modelId="{A5CF2263-B94E-42A7-AD97-D47FC44A00CB}" type="presOf" srcId="{31918503-1F17-45B1-A212-216266D4ADA2}" destId="{1B5BD682-17E8-4B73-B58C-FCD8F8D0E3DD}" srcOrd="0" destOrd="0" presId="urn:microsoft.com/office/officeart/2005/8/layout/vList5"/>
    <dgm:cxn modelId="{4ED91770-2FBD-48FC-8CFC-167501E49556}" srcId="{31918503-1F17-45B1-A212-216266D4ADA2}" destId="{E84588F1-38A4-4139-AACB-BB0257B99312}" srcOrd="0" destOrd="0" parTransId="{4BCB2794-652D-4504-B3F9-7AAE5FBB6FB2}" sibTransId="{DCC25663-54CE-4ABE-A616-4062C0AE90E6}"/>
    <dgm:cxn modelId="{F3F2E472-66D6-41B1-8C6F-3DEF7333395F}" type="presOf" srcId="{021B4C5A-5D68-4D63-9805-8067FA5CAB5C}" destId="{67354CD6-135C-48A7-AC3E-C65FBA235E17}" srcOrd="0" destOrd="1" presId="urn:microsoft.com/office/officeart/2005/8/layout/vList5"/>
    <dgm:cxn modelId="{45D5927B-2DE0-4752-B7E9-0DA3D04CA122}" type="presOf" srcId="{E84588F1-38A4-4139-AACB-BB0257B99312}" destId="{CA1CA598-E375-4C86-AFCE-3D3CE0C9D68C}" srcOrd="0" destOrd="0" presId="urn:microsoft.com/office/officeart/2005/8/layout/vList5"/>
    <dgm:cxn modelId="{179E287C-B344-49AF-9526-31A2E3F96A2E}" type="presOf" srcId="{B4B46C6C-92B9-43A5-9EDD-201C8AB0DEEE}" destId="{4E1AF34D-5F61-44B4-8174-CF508A82F17A}" srcOrd="0" destOrd="0" presId="urn:microsoft.com/office/officeart/2005/8/layout/vList5"/>
    <dgm:cxn modelId="{FD5318A6-5CBD-418D-B589-41A2C66461F2}" srcId="{E84588F1-38A4-4139-AACB-BB0257B99312}" destId="{3B4AA558-9731-42D9-803B-9C1AA781CBCB}" srcOrd="0" destOrd="0" parTransId="{24632CE9-3CD2-43E0-AFA3-FD0A20D823A4}" sibTransId="{B30B3E61-A3A3-4554-816F-765D78DD0008}"/>
    <dgm:cxn modelId="{4DBAB2AC-F15F-497E-8D3F-7297F82535D2}" type="presOf" srcId="{E10599E3-1B7F-42FB-9011-8A868349F72F}" destId="{80C69B4C-701B-473C-92B4-2214662DFB4C}" srcOrd="0" destOrd="0" presId="urn:microsoft.com/office/officeart/2005/8/layout/vList5"/>
    <dgm:cxn modelId="{342C95C3-0040-4B69-BAE3-00370FA19B8F}" srcId="{31918503-1F17-45B1-A212-216266D4ADA2}" destId="{ABD7C932-3C12-4C9A-A230-DA3E6AF4EDB1}" srcOrd="2" destOrd="0" parTransId="{A70DC6FE-CD04-4F6E-8C70-138C0D737981}" sibTransId="{831C2F37-C344-4E5C-B59D-BD555B1AB909}"/>
    <dgm:cxn modelId="{91F9CFD9-3377-4D3E-B283-6A8BFB2092B7}" srcId="{31918503-1F17-45B1-A212-216266D4ADA2}" destId="{E10599E3-1B7F-42FB-9011-8A868349F72F}" srcOrd="1" destOrd="0" parTransId="{D56D5CAC-A701-474D-8059-BF8D9CFD8A7F}" sibTransId="{74DF9059-5343-4E5F-B926-3EC0BA4472D8}"/>
    <dgm:cxn modelId="{721C00F6-F965-40AF-ADFB-BEF3491BA67E}" srcId="{ABD7C932-3C12-4C9A-A230-DA3E6AF4EDB1}" destId="{B4B46C6C-92B9-43A5-9EDD-201C8AB0DEEE}" srcOrd="0" destOrd="0" parTransId="{86F36E25-6F76-4DB7-8BC9-82F73989D19C}" sibTransId="{B6CFCEC2-E6D7-438E-BB8F-781AFA02EA39}"/>
    <dgm:cxn modelId="{8BD5ACFB-E942-43C0-A7ED-BE5E893BC2EC}" srcId="{E84588F1-38A4-4139-AACB-BB0257B99312}" destId="{021B4C5A-5D68-4D63-9805-8067FA5CAB5C}" srcOrd="1" destOrd="0" parTransId="{42AEC3B0-3C49-4502-B76C-CA03F5AD53D5}" sibTransId="{303D820F-9F6D-4825-B047-BF6BD55E1331}"/>
    <dgm:cxn modelId="{AF587490-A849-40EE-BA85-2CCB55197BE1}" type="presParOf" srcId="{1B5BD682-17E8-4B73-B58C-FCD8F8D0E3DD}" destId="{7654504E-7BF0-490F-B412-251693146151}" srcOrd="0" destOrd="0" presId="urn:microsoft.com/office/officeart/2005/8/layout/vList5"/>
    <dgm:cxn modelId="{67CE00A1-7A89-4DA4-8384-2F0802A395BB}" type="presParOf" srcId="{7654504E-7BF0-490F-B412-251693146151}" destId="{CA1CA598-E375-4C86-AFCE-3D3CE0C9D68C}" srcOrd="0" destOrd="0" presId="urn:microsoft.com/office/officeart/2005/8/layout/vList5"/>
    <dgm:cxn modelId="{3F79A0DC-3E5A-480B-8DA7-43BC814A9CD2}" type="presParOf" srcId="{7654504E-7BF0-490F-B412-251693146151}" destId="{67354CD6-135C-48A7-AC3E-C65FBA235E17}" srcOrd="1" destOrd="0" presId="urn:microsoft.com/office/officeart/2005/8/layout/vList5"/>
    <dgm:cxn modelId="{E494CB34-B782-4839-BDA5-F0412E1AA049}" type="presParOf" srcId="{1B5BD682-17E8-4B73-B58C-FCD8F8D0E3DD}" destId="{3F29AF7E-D48D-46A1-A8A7-1276FF4E516A}" srcOrd="1" destOrd="0" presId="urn:microsoft.com/office/officeart/2005/8/layout/vList5"/>
    <dgm:cxn modelId="{270C83D6-1BC8-4B23-B8C9-6B4D7CE443B3}" type="presParOf" srcId="{1B5BD682-17E8-4B73-B58C-FCD8F8D0E3DD}" destId="{64B98150-0EAA-45DC-A68B-529A56EAB3D5}" srcOrd="2" destOrd="0" presId="urn:microsoft.com/office/officeart/2005/8/layout/vList5"/>
    <dgm:cxn modelId="{A4897A24-0C5E-4BAA-B670-6E0B17913AB4}" type="presParOf" srcId="{64B98150-0EAA-45DC-A68B-529A56EAB3D5}" destId="{80C69B4C-701B-473C-92B4-2214662DFB4C}" srcOrd="0" destOrd="0" presId="urn:microsoft.com/office/officeart/2005/8/layout/vList5"/>
    <dgm:cxn modelId="{D6B70A43-AB72-4D74-B106-BEEFBD1D026F}" type="presParOf" srcId="{64B98150-0EAA-45DC-A68B-529A56EAB3D5}" destId="{FB981C78-DD3E-4372-B80B-5BD4E74BD453}" srcOrd="1" destOrd="0" presId="urn:microsoft.com/office/officeart/2005/8/layout/vList5"/>
    <dgm:cxn modelId="{14D66785-C2A1-46C4-A0A6-0E50511E532F}" type="presParOf" srcId="{1B5BD682-17E8-4B73-B58C-FCD8F8D0E3DD}" destId="{5ABECEB3-37E0-4794-9A14-A35CA271BAB4}" srcOrd="3" destOrd="0" presId="urn:microsoft.com/office/officeart/2005/8/layout/vList5"/>
    <dgm:cxn modelId="{020E501D-7114-495A-B951-8ED1DE533B14}" type="presParOf" srcId="{1B5BD682-17E8-4B73-B58C-FCD8F8D0E3DD}" destId="{0DEA7FE2-437A-4C18-B1D8-10DAD10A31CA}" srcOrd="4" destOrd="0" presId="urn:microsoft.com/office/officeart/2005/8/layout/vList5"/>
    <dgm:cxn modelId="{4FEF4965-1F49-4AAF-8350-9074E269B5FF}" type="presParOf" srcId="{0DEA7FE2-437A-4C18-B1D8-10DAD10A31CA}" destId="{4AB13266-25A9-44B8-A594-CB0C6FB4C372}" srcOrd="0" destOrd="0" presId="urn:microsoft.com/office/officeart/2005/8/layout/vList5"/>
    <dgm:cxn modelId="{2A5196C2-AE98-4883-BDE9-CB6BA9B696F3}" type="presParOf" srcId="{0DEA7FE2-437A-4C18-B1D8-10DAD10A31CA}" destId="{4E1AF34D-5F61-44B4-8174-CF508A82F17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895F51-9D72-4F2C-BBEF-4EF6A00A680B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DA75199-FCD9-44FC-806B-13E7B66AC684}">
      <dgm:prSet phldrT="[Text]" custT="1"/>
      <dgm:spPr/>
      <dgm:t>
        <a:bodyPr/>
        <a:lstStyle/>
        <a:p>
          <a:pPr algn="l"/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labeled X-rays (scoliosis, normal)</a:t>
          </a:r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887205-7EA5-473E-B113-8E190FBD11BE}" type="parTrans" cxnId="{AF0C9585-E7BC-4750-B64A-485A06708CAD}">
      <dgm:prSet/>
      <dgm:spPr/>
      <dgm:t>
        <a:bodyPr/>
        <a:lstStyle/>
        <a:p>
          <a:endParaRPr lang="en-IN"/>
        </a:p>
      </dgm:t>
    </dgm:pt>
    <dgm:pt modelId="{1C48BABE-2E48-435D-A2CB-459D74312B99}" type="sibTrans" cxnId="{AF0C9585-E7BC-4750-B64A-485A06708CAD}">
      <dgm:prSet/>
      <dgm:spPr/>
      <dgm:t>
        <a:bodyPr/>
        <a:lstStyle/>
        <a:p>
          <a:endParaRPr lang="en-IN"/>
        </a:p>
      </dgm:t>
    </dgm:pt>
    <dgm:pt modelId="{F7AB8D38-0ECA-44E4-A7DE-E9DB54D097C1}">
      <dgm:prSet phldrT="[Text]" custT="1"/>
      <dgm:spPr/>
      <dgm:t>
        <a:bodyPr/>
        <a:lstStyle/>
        <a:p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2.</a:t>
          </a:r>
        </a:p>
        <a:p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Preprocessing</a:t>
          </a:r>
          <a:r>
            <a:rPr lang="en-IN" sz="1100" dirty="0"/>
            <a:t>
</a:t>
          </a:r>
        </a:p>
      </dgm:t>
    </dgm:pt>
    <dgm:pt modelId="{B7F43B33-C723-44D4-BB34-6133054BA2AD}" type="parTrans" cxnId="{295DAD51-3A51-49B9-8158-E87A415EB8AB}">
      <dgm:prSet/>
      <dgm:spPr/>
      <dgm:t>
        <a:bodyPr/>
        <a:lstStyle/>
        <a:p>
          <a:endParaRPr lang="en-IN"/>
        </a:p>
      </dgm:t>
    </dgm:pt>
    <dgm:pt modelId="{C28B69AB-E9EE-4C7A-BA67-A06FB2A1385B}" type="sibTrans" cxnId="{295DAD51-3A51-49B9-8158-E87A415EB8AB}">
      <dgm:prSet/>
      <dgm:spPr/>
      <dgm:t>
        <a:bodyPr/>
        <a:lstStyle/>
        <a:p>
          <a:endParaRPr lang="en-IN" dirty="0"/>
        </a:p>
      </dgm:t>
    </dgm:pt>
    <dgm:pt modelId="{46A94C3F-34D9-4043-969B-A2BDF6E97F48}">
      <dgm:prSet phldrT="[Text]" custT="1"/>
      <dgm:spPr/>
      <dgm:t>
        <a:bodyPr/>
        <a:lstStyle/>
        <a:p>
          <a:pPr algn="l"/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Convert to grayscale
Resize (224×224)
Normalize pixels (0–1)
Encode labels (0 = Normal, 1 = Scoliosis)</a:t>
          </a:r>
        </a:p>
      </dgm:t>
    </dgm:pt>
    <dgm:pt modelId="{A388EEB3-79DE-45BC-9672-B0623E731E81}" type="parTrans" cxnId="{B342967E-4832-416A-BDBD-CDB9CB53A6AA}">
      <dgm:prSet/>
      <dgm:spPr/>
      <dgm:t>
        <a:bodyPr/>
        <a:lstStyle/>
        <a:p>
          <a:endParaRPr lang="en-IN"/>
        </a:p>
      </dgm:t>
    </dgm:pt>
    <dgm:pt modelId="{34D673DB-803D-4D53-A984-E64615F8734B}" type="sibTrans" cxnId="{B342967E-4832-416A-BDBD-CDB9CB53A6AA}">
      <dgm:prSet/>
      <dgm:spPr/>
      <dgm:t>
        <a:bodyPr/>
        <a:lstStyle/>
        <a:p>
          <a:endParaRPr lang="en-IN"/>
        </a:p>
      </dgm:t>
    </dgm:pt>
    <dgm:pt modelId="{13DFEB6F-0B48-49B4-826B-D86A9D39CA96}">
      <dgm:prSet phldrT="[Text]" custT="1"/>
      <dgm:spPr/>
      <dgm:t>
        <a:bodyPr/>
        <a:lstStyle/>
        <a:p>
          <a:pPr algn="l"/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Convolution + pooling layers → feature extraction
Dense + dropout layers → classification
Output layer → binary prediction</a:t>
          </a:r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D6275D-3332-4722-95D3-C0CE98C8A9BA}" type="parTrans" cxnId="{2404A4C3-4D5D-4489-B3C3-F44553965097}">
      <dgm:prSet/>
      <dgm:spPr/>
      <dgm:t>
        <a:bodyPr/>
        <a:lstStyle/>
        <a:p>
          <a:endParaRPr lang="en-IN"/>
        </a:p>
      </dgm:t>
    </dgm:pt>
    <dgm:pt modelId="{74939808-1867-414A-96B2-38E56C7CA7A9}" type="sibTrans" cxnId="{2404A4C3-4D5D-4489-B3C3-F44553965097}">
      <dgm:prSet/>
      <dgm:spPr/>
      <dgm:t>
        <a:bodyPr/>
        <a:lstStyle/>
        <a:p>
          <a:endParaRPr lang="en-IN"/>
        </a:p>
      </dgm:t>
    </dgm:pt>
    <dgm:pt modelId="{EB04E154-A55E-4E38-85C5-B1C2C24C7B73}">
      <dgm:prSet custT="1"/>
      <dgm:spPr/>
      <dgm:t>
        <a:bodyPr/>
        <a:lstStyle/>
        <a:p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4. Training</a:t>
          </a:r>
        </a:p>
      </dgm:t>
    </dgm:pt>
    <dgm:pt modelId="{9C240295-88E1-466A-83C2-FCA5082BAC30}" type="parTrans" cxnId="{93099F78-B2C1-4D8B-B2A9-8628DD738F88}">
      <dgm:prSet/>
      <dgm:spPr/>
      <dgm:t>
        <a:bodyPr/>
        <a:lstStyle/>
        <a:p>
          <a:endParaRPr lang="en-IN"/>
        </a:p>
      </dgm:t>
    </dgm:pt>
    <dgm:pt modelId="{A6184E1A-7A8B-48E5-AA14-38695F4E5944}" type="sibTrans" cxnId="{93099F78-B2C1-4D8B-B2A9-8628DD738F88}">
      <dgm:prSet/>
      <dgm:spPr/>
      <dgm:t>
        <a:bodyPr/>
        <a:lstStyle/>
        <a:p>
          <a:endParaRPr lang="en-IN" dirty="0"/>
        </a:p>
      </dgm:t>
    </dgm:pt>
    <dgm:pt modelId="{1DF6DBF3-B50E-43E4-9F4C-55E2B6054840}">
      <dgm:prSet phldrT="[Text]" custT="1"/>
      <dgm:spPr/>
      <dgm:t>
        <a:bodyPr/>
        <a:lstStyle/>
        <a:p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Dataset</a:t>
          </a:r>
          <a:endParaRPr lang="en-IN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0E29A8-F117-4B29-BC15-7446F317A6B6}" type="sibTrans" cxnId="{8AB2248F-458F-40B4-B7F2-447198EEE2E3}">
      <dgm:prSet/>
      <dgm:spPr/>
      <dgm:t>
        <a:bodyPr/>
        <a:lstStyle/>
        <a:p>
          <a:endParaRPr lang="en-IN" dirty="0"/>
        </a:p>
      </dgm:t>
    </dgm:pt>
    <dgm:pt modelId="{9E677928-8874-4E2B-98A2-792D10BE7569}" type="parTrans" cxnId="{8AB2248F-458F-40B4-B7F2-447198EEE2E3}">
      <dgm:prSet/>
      <dgm:spPr/>
      <dgm:t>
        <a:bodyPr/>
        <a:lstStyle/>
        <a:p>
          <a:endParaRPr lang="en-IN"/>
        </a:p>
      </dgm:t>
    </dgm:pt>
    <dgm:pt modelId="{FA09CAFB-CE0D-412B-AE8F-923C4827F4FE}">
      <dgm:prSet phldrT="[Text]" custT="1"/>
      <dgm:spPr/>
      <dgm:t>
        <a:bodyPr/>
        <a:lstStyle/>
        <a:p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3. CNN Architecture</a:t>
          </a:r>
          <a:r>
            <a:rPr lang="en-IN" sz="1100" dirty="0"/>
            <a:t>
</a:t>
          </a:r>
        </a:p>
      </dgm:t>
    </dgm:pt>
    <dgm:pt modelId="{1753BDF7-669A-4690-B4F9-A99FF86E2630}" type="sibTrans" cxnId="{D87CA3DA-AC06-4945-8421-5FBA378E3278}">
      <dgm:prSet/>
      <dgm:spPr/>
      <dgm:t>
        <a:bodyPr/>
        <a:lstStyle/>
        <a:p>
          <a:endParaRPr lang="en-IN" dirty="0"/>
        </a:p>
      </dgm:t>
    </dgm:pt>
    <dgm:pt modelId="{6D4DC1DC-EB16-4586-BE14-7FAF757EFBD5}" type="parTrans" cxnId="{D87CA3DA-AC06-4945-8421-5FBA378E3278}">
      <dgm:prSet/>
      <dgm:spPr/>
      <dgm:t>
        <a:bodyPr/>
        <a:lstStyle/>
        <a:p>
          <a:endParaRPr lang="en-IN"/>
        </a:p>
      </dgm:t>
    </dgm:pt>
    <dgm:pt modelId="{8F724A3A-A8CA-49BA-888F-07AFCCBBA47D}">
      <dgm:prSet custT="1"/>
      <dgm:spPr/>
      <dgm:t>
        <a:bodyPr/>
        <a:lstStyle/>
        <a:p>
          <a:pPr algn="l"/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Binary Cross-Entropy + Adam optimizer, 10 epochs</a:t>
          </a:r>
        </a:p>
      </dgm:t>
    </dgm:pt>
    <dgm:pt modelId="{9BF3D28A-63C2-46E3-AE90-27CF118F6A19}" type="parTrans" cxnId="{20769F3B-DA37-46AC-85D1-39D7FA2D8BC8}">
      <dgm:prSet/>
      <dgm:spPr/>
      <dgm:t>
        <a:bodyPr/>
        <a:lstStyle/>
        <a:p>
          <a:endParaRPr lang="en-IN"/>
        </a:p>
      </dgm:t>
    </dgm:pt>
    <dgm:pt modelId="{ADBE66E1-2C66-45EB-8877-BA373C9F5747}" type="sibTrans" cxnId="{20769F3B-DA37-46AC-85D1-39D7FA2D8BC8}">
      <dgm:prSet/>
      <dgm:spPr/>
      <dgm:t>
        <a:bodyPr/>
        <a:lstStyle/>
        <a:p>
          <a:endParaRPr lang="en-IN"/>
        </a:p>
      </dgm:t>
    </dgm:pt>
    <dgm:pt modelId="{725E780E-D095-4F36-A516-CF642F9B7185}">
      <dgm:prSet custT="1"/>
      <dgm:spPr/>
      <dgm:t>
        <a:bodyPr/>
        <a:lstStyle/>
        <a:p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5.Deployment</a:t>
          </a:r>
          <a:endParaRPr lang="en-IN" sz="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A1595C6-6C4C-44DD-8B6D-96E90F2B3FBB}" type="parTrans" cxnId="{EEE2B3C1-FDC3-4B3B-A9A1-A464128475DD}">
      <dgm:prSet/>
      <dgm:spPr/>
      <dgm:t>
        <a:bodyPr/>
        <a:lstStyle/>
        <a:p>
          <a:endParaRPr lang="en-IN"/>
        </a:p>
      </dgm:t>
    </dgm:pt>
    <dgm:pt modelId="{EAC65B9C-96D9-4980-83F5-772BCBF3ECAD}" type="sibTrans" cxnId="{EEE2B3C1-FDC3-4B3B-A9A1-A464128475DD}">
      <dgm:prSet/>
      <dgm:spPr/>
      <dgm:t>
        <a:bodyPr/>
        <a:lstStyle/>
        <a:p>
          <a:endParaRPr lang="en-IN"/>
        </a:p>
      </dgm:t>
    </dgm:pt>
    <dgm:pt modelId="{EB6B2BC0-E51B-4916-AEA3-D9C332162092}">
      <dgm:prSet custT="1"/>
      <dgm:spPr/>
      <dgm:t>
        <a:bodyPr/>
        <a:lstStyle/>
        <a:p>
          <a:pPr algn="l"/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Streamlit app for real-time screening</a:t>
          </a:r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FB7CFE-0D96-41CA-9985-FD325590A49B}" type="parTrans" cxnId="{43618BB3-B4B1-40DD-956F-42C7A83AED67}">
      <dgm:prSet/>
      <dgm:spPr/>
      <dgm:t>
        <a:bodyPr/>
        <a:lstStyle/>
        <a:p>
          <a:endParaRPr lang="en-IN"/>
        </a:p>
      </dgm:t>
    </dgm:pt>
    <dgm:pt modelId="{5D710375-B002-46BB-A72B-5BB22D5E56FB}" type="sibTrans" cxnId="{43618BB3-B4B1-40DD-956F-42C7A83AED67}">
      <dgm:prSet/>
      <dgm:spPr/>
      <dgm:t>
        <a:bodyPr/>
        <a:lstStyle/>
        <a:p>
          <a:endParaRPr lang="en-IN"/>
        </a:p>
      </dgm:t>
    </dgm:pt>
    <dgm:pt modelId="{F50D9565-0F7D-476B-A32A-6BE126302AF0}" type="pres">
      <dgm:prSet presAssocID="{B2895F51-9D72-4F2C-BBEF-4EF6A00A680B}" presName="linearFlow" presStyleCnt="0">
        <dgm:presLayoutVars>
          <dgm:dir/>
          <dgm:animLvl val="lvl"/>
          <dgm:resizeHandles val="exact"/>
        </dgm:presLayoutVars>
      </dgm:prSet>
      <dgm:spPr/>
    </dgm:pt>
    <dgm:pt modelId="{DEA87DA5-0C5A-48B9-A2F5-438E81CEE67E}" type="pres">
      <dgm:prSet presAssocID="{1DF6DBF3-B50E-43E4-9F4C-55E2B6054840}" presName="composite" presStyleCnt="0"/>
      <dgm:spPr/>
    </dgm:pt>
    <dgm:pt modelId="{A52CB52D-E6CE-49A1-88C0-138A737141A7}" type="pres">
      <dgm:prSet presAssocID="{1DF6DBF3-B50E-43E4-9F4C-55E2B6054840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AA4965F-F3D7-4B8C-B4AB-B57C408CB3B7}" type="pres">
      <dgm:prSet presAssocID="{1DF6DBF3-B50E-43E4-9F4C-55E2B6054840}" presName="parSh" presStyleLbl="node1" presStyleIdx="0" presStyleCnt="5" custLinFactNeighborX="5270" custLinFactNeighborY="-1287"/>
      <dgm:spPr/>
    </dgm:pt>
    <dgm:pt modelId="{A6F7B638-F33F-403C-BFEF-A26D8FE29988}" type="pres">
      <dgm:prSet presAssocID="{1DF6DBF3-B50E-43E4-9F4C-55E2B6054840}" presName="desTx" presStyleLbl="fgAcc1" presStyleIdx="0" presStyleCnt="5" custScaleX="157984" custScaleY="94766" custLinFactNeighborX="25279" custLinFactNeighborY="3096">
        <dgm:presLayoutVars>
          <dgm:bulletEnabled val="1"/>
        </dgm:presLayoutVars>
      </dgm:prSet>
      <dgm:spPr/>
    </dgm:pt>
    <dgm:pt modelId="{3F2E90A5-2FAE-4CEE-A8DF-4ADE7A8B9F84}" type="pres">
      <dgm:prSet presAssocID="{180E29A8-F117-4B29-BC15-7446F317A6B6}" presName="sibTrans" presStyleLbl="sibTrans2D1" presStyleIdx="0" presStyleCnt="4" custLinFactNeighborY="-463"/>
      <dgm:spPr/>
    </dgm:pt>
    <dgm:pt modelId="{78565BE7-99FD-4136-903A-080CEFD1CAF5}" type="pres">
      <dgm:prSet presAssocID="{180E29A8-F117-4B29-BC15-7446F317A6B6}" presName="connTx" presStyleLbl="sibTrans2D1" presStyleIdx="0" presStyleCnt="4"/>
      <dgm:spPr/>
    </dgm:pt>
    <dgm:pt modelId="{E289902E-470F-486F-B4B0-CAFFDBA0B43A}" type="pres">
      <dgm:prSet presAssocID="{F7AB8D38-0ECA-44E4-A7DE-E9DB54D097C1}" presName="composite" presStyleCnt="0"/>
      <dgm:spPr/>
    </dgm:pt>
    <dgm:pt modelId="{30F3468B-F99A-4572-B491-52DF241DE271}" type="pres">
      <dgm:prSet presAssocID="{F7AB8D38-0ECA-44E4-A7DE-E9DB54D097C1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3C7F5E76-A6B7-45E2-ACDA-EBE372269A6A}" type="pres">
      <dgm:prSet presAssocID="{F7AB8D38-0ECA-44E4-A7DE-E9DB54D097C1}" presName="parSh" presStyleLbl="node1" presStyleIdx="1" presStyleCnt="5"/>
      <dgm:spPr/>
    </dgm:pt>
    <dgm:pt modelId="{3D1743F4-CB86-4283-A950-87A4EB9B6284}" type="pres">
      <dgm:prSet presAssocID="{F7AB8D38-0ECA-44E4-A7DE-E9DB54D097C1}" presName="desTx" presStyleLbl="fgAcc1" presStyleIdx="1" presStyleCnt="5" custScaleX="170483" custScaleY="98451" custLinFactNeighborX="27323" custLinFactNeighborY="3519">
        <dgm:presLayoutVars>
          <dgm:bulletEnabled val="1"/>
        </dgm:presLayoutVars>
      </dgm:prSet>
      <dgm:spPr/>
    </dgm:pt>
    <dgm:pt modelId="{64F02809-9B6B-4D09-A873-96F264340AE0}" type="pres">
      <dgm:prSet presAssocID="{C28B69AB-E9EE-4C7A-BA67-A06FB2A1385B}" presName="sibTrans" presStyleLbl="sibTrans2D1" presStyleIdx="1" presStyleCnt="4"/>
      <dgm:spPr/>
    </dgm:pt>
    <dgm:pt modelId="{5D5042FB-6E1B-4A0D-8DCA-33E32201407B}" type="pres">
      <dgm:prSet presAssocID="{C28B69AB-E9EE-4C7A-BA67-A06FB2A1385B}" presName="connTx" presStyleLbl="sibTrans2D1" presStyleIdx="1" presStyleCnt="4"/>
      <dgm:spPr/>
    </dgm:pt>
    <dgm:pt modelId="{DD14C200-7E3A-4878-AA4D-83CE69E2D992}" type="pres">
      <dgm:prSet presAssocID="{FA09CAFB-CE0D-412B-AE8F-923C4827F4FE}" presName="composite" presStyleCnt="0"/>
      <dgm:spPr/>
    </dgm:pt>
    <dgm:pt modelId="{93405B33-9E20-4BE0-81E2-310F0A78F9BB}" type="pres">
      <dgm:prSet presAssocID="{FA09CAFB-CE0D-412B-AE8F-923C4827F4FE}" presName="par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832B2173-ABC8-4C29-963C-8B0CA9FBCCA6}" type="pres">
      <dgm:prSet presAssocID="{FA09CAFB-CE0D-412B-AE8F-923C4827F4FE}" presName="parSh" presStyleLbl="node1" presStyleIdx="2" presStyleCnt="5"/>
      <dgm:spPr/>
    </dgm:pt>
    <dgm:pt modelId="{EABE2F62-520E-473F-A541-1A43E51815D8}" type="pres">
      <dgm:prSet presAssocID="{FA09CAFB-CE0D-412B-AE8F-923C4827F4FE}" presName="desTx" presStyleLbl="fgAcc1" presStyleIdx="2" presStyleCnt="5" custScaleX="167310" custScaleY="98015" custLinFactNeighborX="30255" custLinFactNeighborY="2723">
        <dgm:presLayoutVars>
          <dgm:bulletEnabled val="1"/>
        </dgm:presLayoutVars>
      </dgm:prSet>
      <dgm:spPr/>
    </dgm:pt>
    <dgm:pt modelId="{6D70BE22-7597-435A-A526-AEE75F63A2A9}" type="pres">
      <dgm:prSet presAssocID="{1753BDF7-669A-4690-B4F9-A99FF86E2630}" presName="sibTrans" presStyleLbl="sibTrans2D1" presStyleIdx="2" presStyleCnt="4"/>
      <dgm:spPr/>
    </dgm:pt>
    <dgm:pt modelId="{0A89C408-DA95-46D4-95A4-908C4BACB4CA}" type="pres">
      <dgm:prSet presAssocID="{1753BDF7-669A-4690-B4F9-A99FF86E2630}" presName="connTx" presStyleLbl="sibTrans2D1" presStyleIdx="2" presStyleCnt="4"/>
      <dgm:spPr/>
    </dgm:pt>
    <dgm:pt modelId="{A6C90D71-8DF6-4ABF-8CF0-8C3F4F0FB586}" type="pres">
      <dgm:prSet presAssocID="{EB04E154-A55E-4E38-85C5-B1C2C24C7B73}" presName="composite" presStyleCnt="0"/>
      <dgm:spPr/>
    </dgm:pt>
    <dgm:pt modelId="{CB70FA4A-9C51-4498-A064-9A0CE025A78E}" type="pres">
      <dgm:prSet presAssocID="{EB04E154-A55E-4E38-85C5-B1C2C24C7B73}" presName="par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130B90F-D32E-4DBD-86E4-49673906CE61}" type="pres">
      <dgm:prSet presAssocID="{EB04E154-A55E-4E38-85C5-B1C2C24C7B73}" presName="parSh" presStyleLbl="node1" presStyleIdx="3" presStyleCnt="5"/>
      <dgm:spPr/>
    </dgm:pt>
    <dgm:pt modelId="{F72E4502-FDC3-436F-9E82-3CA18369D297}" type="pres">
      <dgm:prSet presAssocID="{EB04E154-A55E-4E38-85C5-B1C2C24C7B73}" presName="desTx" presStyleLbl="fgAcc1" presStyleIdx="3" presStyleCnt="5" custScaleX="144924" custScaleY="96294" custLinFactNeighborX="25635" custLinFactNeighborY="3291">
        <dgm:presLayoutVars>
          <dgm:bulletEnabled val="1"/>
        </dgm:presLayoutVars>
      </dgm:prSet>
      <dgm:spPr/>
    </dgm:pt>
    <dgm:pt modelId="{F41B9271-531A-4FCE-9B52-31DF7A2A8FEA}" type="pres">
      <dgm:prSet presAssocID="{A6184E1A-7A8B-48E5-AA14-38695F4E5944}" presName="sibTrans" presStyleLbl="sibTrans2D1" presStyleIdx="3" presStyleCnt="4"/>
      <dgm:spPr/>
    </dgm:pt>
    <dgm:pt modelId="{94B5449F-89E8-4A07-A26E-0DAEC657052B}" type="pres">
      <dgm:prSet presAssocID="{A6184E1A-7A8B-48E5-AA14-38695F4E5944}" presName="connTx" presStyleLbl="sibTrans2D1" presStyleIdx="3" presStyleCnt="4"/>
      <dgm:spPr/>
    </dgm:pt>
    <dgm:pt modelId="{4FB8FFF2-C3E6-4692-9C8A-A01E79E4ECCF}" type="pres">
      <dgm:prSet presAssocID="{725E780E-D095-4F36-A516-CF642F9B7185}" presName="composite" presStyleCnt="0"/>
      <dgm:spPr/>
    </dgm:pt>
    <dgm:pt modelId="{356C07BE-E1A0-4A8D-9679-7CFD7C38F45E}" type="pres">
      <dgm:prSet presAssocID="{725E780E-D095-4F36-A516-CF642F9B7185}" presName="par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976E579-4F66-4709-B2D9-D041F92ABBEB}" type="pres">
      <dgm:prSet presAssocID="{725E780E-D095-4F36-A516-CF642F9B7185}" presName="parSh" presStyleLbl="node1" presStyleIdx="4" presStyleCnt="5"/>
      <dgm:spPr/>
    </dgm:pt>
    <dgm:pt modelId="{3A8AEE80-229E-4007-BE7C-1E63B89748CF}" type="pres">
      <dgm:prSet presAssocID="{725E780E-D095-4F36-A516-CF642F9B7185}" presName="desTx" presStyleLbl="fgAcc1" presStyleIdx="4" presStyleCnt="5" custScaleX="110881" custScaleY="96521" custLinFactNeighborX="-370" custLinFactNeighborY="3928">
        <dgm:presLayoutVars>
          <dgm:bulletEnabled val="1"/>
        </dgm:presLayoutVars>
      </dgm:prSet>
      <dgm:spPr/>
    </dgm:pt>
  </dgm:ptLst>
  <dgm:cxnLst>
    <dgm:cxn modelId="{43944401-B6B8-41C6-9E52-F3F9CC3C5B6B}" type="presOf" srcId="{8DA75199-FCD9-44FC-806B-13E7B66AC684}" destId="{A6F7B638-F33F-403C-BFEF-A26D8FE29988}" srcOrd="0" destOrd="0" presId="urn:microsoft.com/office/officeart/2005/8/layout/process3"/>
    <dgm:cxn modelId="{A3FE3816-E90C-44AA-8719-C9375566C2C5}" type="presOf" srcId="{C28B69AB-E9EE-4C7A-BA67-A06FB2A1385B}" destId="{5D5042FB-6E1B-4A0D-8DCA-33E32201407B}" srcOrd="1" destOrd="0" presId="urn:microsoft.com/office/officeart/2005/8/layout/process3"/>
    <dgm:cxn modelId="{5D2EE71E-60A1-4CA6-9FDE-D3A40C00DC80}" type="presOf" srcId="{180E29A8-F117-4B29-BC15-7446F317A6B6}" destId="{78565BE7-99FD-4136-903A-080CEFD1CAF5}" srcOrd="1" destOrd="0" presId="urn:microsoft.com/office/officeart/2005/8/layout/process3"/>
    <dgm:cxn modelId="{AF600430-5558-4379-AC40-B67E61B33C42}" type="presOf" srcId="{8F724A3A-A8CA-49BA-888F-07AFCCBBA47D}" destId="{F72E4502-FDC3-436F-9E82-3CA18369D297}" srcOrd="0" destOrd="0" presId="urn:microsoft.com/office/officeart/2005/8/layout/process3"/>
    <dgm:cxn modelId="{20769F3B-DA37-46AC-85D1-39D7FA2D8BC8}" srcId="{EB04E154-A55E-4E38-85C5-B1C2C24C7B73}" destId="{8F724A3A-A8CA-49BA-888F-07AFCCBBA47D}" srcOrd="0" destOrd="0" parTransId="{9BF3D28A-63C2-46E3-AE90-27CF118F6A19}" sibTransId="{ADBE66E1-2C66-45EB-8877-BA373C9F5747}"/>
    <dgm:cxn modelId="{15B22D3D-6C56-460C-B2EB-B58A0FD81933}" type="presOf" srcId="{1753BDF7-669A-4690-B4F9-A99FF86E2630}" destId="{6D70BE22-7597-435A-A526-AEE75F63A2A9}" srcOrd="0" destOrd="0" presId="urn:microsoft.com/office/officeart/2005/8/layout/process3"/>
    <dgm:cxn modelId="{4901183E-09A0-4CFB-9E41-E2227B54250C}" type="presOf" srcId="{A6184E1A-7A8B-48E5-AA14-38695F4E5944}" destId="{F41B9271-531A-4FCE-9B52-31DF7A2A8FEA}" srcOrd="0" destOrd="0" presId="urn:microsoft.com/office/officeart/2005/8/layout/process3"/>
    <dgm:cxn modelId="{7FEF535D-A142-489F-AEF5-C10AF0EF2E6C}" type="presOf" srcId="{180E29A8-F117-4B29-BC15-7446F317A6B6}" destId="{3F2E90A5-2FAE-4CEE-A8DF-4ADE7A8B9F84}" srcOrd="0" destOrd="0" presId="urn:microsoft.com/office/officeart/2005/8/layout/process3"/>
    <dgm:cxn modelId="{AF7CC965-84CA-4D3D-BAD5-158D3F38693B}" type="presOf" srcId="{C28B69AB-E9EE-4C7A-BA67-A06FB2A1385B}" destId="{64F02809-9B6B-4D09-A873-96F264340AE0}" srcOrd="0" destOrd="0" presId="urn:microsoft.com/office/officeart/2005/8/layout/process3"/>
    <dgm:cxn modelId="{A394E16B-4539-4293-BBE4-F723A68C5495}" type="presOf" srcId="{1DF6DBF3-B50E-43E4-9F4C-55E2B6054840}" destId="{A52CB52D-E6CE-49A1-88C0-138A737141A7}" srcOrd="0" destOrd="0" presId="urn:microsoft.com/office/officeart/2005/8/layout/process3"/>
    <dgm:cxn modelId="{295DAD51-3A51-49B9-8158-E87A415EB8AB}" srcId="{B2895F51-9D72-4F2C-BBEF-4EF6A00A680B}" destId="{F7AB8D38-0ECA-44E4-A7DE-E9DB54D097C1}" srcOrd="1" destOrd="0" parTransId="{B7F43B33-C723-44D4-BB34-6133054BA2AD}" sibTransId="{C28B69AB-E9EE-4C7A-BA67-A06FB2A1385B}"/>
    <dgm:cxn modelId="{62C84C58-34C9-466F-A149-F99EC3920515}" type="presOf" srcId="{725E780E-D095-4F36-A516-CF642F9B7185}" destId="{8976E579-4F66-4709-B2D9-D041F92ABBEB}" srcOrd="1" destOrd="0" presId="urn:microsoft.com/office/officeart/2005/8/layout/process3"/>
    <dgm:cxn modelId="{93099F78-B2C1-4D8B-B2A9-8628DD738F88}" srcId="{B2895F51-9D72-4F2C-BBEF-4EF6A00A680B}" destId="{EB04E154-A55E-4E38-85C5-B1C2C24C7B73}" srcOrd="3" destOrd="0" parTransId="{9C240295-88E1-466A-83C2-FCA5082BAC30}" sibTransId="{A6184E1A-7A8B-48E5-AA14-38695F4E5944}"/>
    <dgm:cxn modelId="{0A9E445A-E6D3-446F-8F56-B802D56E5F05}" type="presOf" srcId="{FA09CAFB-CE0D-412B-AE8F-923C4827F4FE}" destId="{832B2173-ABC8-4C29-963C-8B0CA9FBCCA6}" srcOrd="1" destOrd="0" presId="urn:microsoft.com/office/officeart/2005/8/layout/process3"/>
    <dgm:cxn modelId="{A6BA467B-D011-442F-B8BE-79EFCAD0B30F}" type="presOf" srcId="{EB6B2BC0-E51B-4916-AEA3-D9C332162092}" destId="{3A8AEE80-229E-4007-BE7C-1E63B89748CF}" srcOrd="0" destOrd="0" presId="urn:microsoft.com/office/officeart/2005/8/layout/process3"/>
    <dgm:cxn modelId="{B342967E-4832-416A-BDBD-CDB9CB53A6AA}" srcId="{F7AB8D38-0ECA-44E4-A7DE-E9DB54D097C1}" destId="{46A94C3F-34D9-4043-969B-A2BDF6E97F48}" srcOrd="0" destOrd="0" parTransId="{A388EEB3-79DE-45BC-9672-B0623E731E81}" sibTransId="{34D673DB-803D-4D53-A984-E64615F8734B}"/>
    <dgm:cxn modelId="{AF0C9585-E7BC-4750-B64A-485A06708CAD}" srcId="{1DF6DBF3-B50E-43E4-9F4C-55E2B6054840}" destId="{8DA75199-FCD9-44FC-806B-13E7B66AC684}" srcOrd="0" destOrd="0" parTransId="{00887205-7EA5-473E-B113-8E190FBD11BE}" sibTransId="{1C48BABE-2E48-435D-A2CB-459D74312B99}"/>
    <dgm:cxn modelId="{57BAAD89-C16F-4558-B93A-2A280E7CFB60}" type="presOf" srcId="{FA09CAFB-CE0D-412B-AE8F-923C4827F4FE}" destId="{93405B33-9E20-4BE0-81E2-310F0A78F9BB}" srcOrd="0" destOrd="0" presId="urn:microsoft.com/office/officeart/2005/8/layout/process3"/>
    <dgm:cxn modelId="{3CFF938C-1E94-4BBC-A46E-6099AA010D47}" type="presOf" srcId="{B2895F51-9D72-4F2C-BBEF-4EF6A00A680B}" destId="{F50D9565-0F7D-476B-A32A-6BE126302AF0}" srcOrd="0" destOrd="0" presId="urn:microsoft.com/office/officeart/2005/8/layout/process3"/>
    <dgm:cxn modelId="{08FB6E8D-5007-49FC-97AE-C912C386997A}" type="presOf" srcId="{725E780E-D095-4F36-A516-CF642F9B7185}" destId="{356C07BE-E1A0-4A8D-9679-7CFD7C38F45E}" srcOrd="0" destOrd="0" presId="urn:microsoft.com/office/officeart/2005/8/layout/process3"/>
    <dgm:cxn modelId="{8AB2248F-458F-40B4-B7F2-447198EEE2E3}" srcId="{B2895F51-9D72-4F2C-BBEF-4EF6A00A680B}" destId="{1DF6DBF3-B50E-43E4-9F4C-55E2B6054840}" srcOrd="0" destOrd="0" parTransId="{9E677928-8874-4E2B-98A2-792D10BE7569}" sibTransId="{180E29A8-F117-4B29-BC15-7446F317A6B6}"/>
    <dgm:cxn modelId="{5D802295-0315-43A0-8065-0E573A257CD5}" type="presOf" srcId="{1DF6DBF3-B50E-43E4-9F4C-55E2B6054840}" destId="{5AA4965F-F3D7-4B8C-B4AB-B57C408CB3B7}" srcOrd="1" destOrd="0" presId="urn:microsoft.com/office/officeart/2005/8/layout/process3"/>
    <dgm:cxn modelId="{9B2FBDA3-EA51-4089-A046-05433D3E0098}" type="presOf" srcId="{F7AB8D38-0ECA-44E4-A7DE-E9DB54D097C1}" destId="{3C7F5E76-A6B7-45E2-ACDA-EBE372269A6A}" srcOrd="1" destOrd="0" presId="urn:microsoft.com/office/officeart/2005/8/layout/process3"/>
    <dgm:cxn modelId="{43618BB3-B4B1-40DD-956F-42C7A83AED67}" srcId="{725E780E-D095-4F36-A516-CF642F9B7185}" destId="{EB6B2BC0-E51B-4916-AEA3-D9C332162092}" srcOrd="0" destOrd="0" parTransId="{55FB7CFE-0D96-41CA-9985-FD325590A49B}" sibTransId="{5D710375-B002-46BB-A72B-5BB22D5E56FB}"/>
    <dgm:cxn modelId="{FB081DB5-D52D-4F5E-ABE1-A8DE6A4C0152}" type="presOf" srcId="{13DFEB6F-0B48-49B4-826B-D86A9D39CA96}" destId="{EABE2F62-520E-473F-A541-1A43E51815D8}" srcOrd="0" destOrd="0" presId="urn:microsoft.com/office/officeart/2005/8/layout/process3"/>
    <dgm:cxn modelId="{EEE2B3C1-FDC3-4B3B-A9A1-A464128475DD}" srcId="{B2895F51-9D72-4F2C-BBEF-4EF6A00A680B}" destId="{725E780E-D095-4F36-A516-CF642F9B7185}" srcOrd="4" destOrd="0" parTransId="{FA1595C6-6C4C-44DD-8B6D-96E90F2B3FBB}" sibTransId="{EAC65B9C-96D9-4980-83F5-772BCBF3ECAD}"/>
    <dgm:cxn modelId="{2404A4C3-4D5D-4489-B3C3-F44553965097}" srcId="{FA09CAFB-CE0D-412B-AE8F-923C4827F4FE}" destId="{13DFEB6F-0B48-49B4-826B-D86A9D39CA96}" srcOrd="0" destOrd="0" parTransId="{DCD6275D-3332-4722-95D3-C0CE98C8A9BA}" sibTransId="{74939808-1867-414A-96B2-38E56C7CA7A9}"/>
    <dgm:cxn modelId="{FE5F14C8-8D43-4B41-86D4-90CE8304A26B}" type="presOf" srcId="{A6184E1A-7A8B-48E5-AA14-38695F4E5944}" destId="{94B5449F-89E8-4A07-A26E-0DAEC657052B}" srcOrd="1" destOrd="0" presId="urn:microsoft.com/office/officeart/2005/8/layout/process3"/>
    <dgm:cxn modelId="{6B3D48CD-80BF-4B17-9112-853F45D0D83F}" type="presOf" srcId="{1753BDF7-669A-4690-B4F9-A99FF86E2630}" destId="{0A89C408-DA95-46D4-95A4-908C4BACB4CA}" srcOrd="1" destOrd="0" presId="urn:microsoft.com/office/officeart/2005/8/layout/process3"/>
    <dgm:cxn modelId="{2702ABD9-E292-402E-8535-4C0BE44E741C}" type="presOf" srcId="{F7AB8D38-0ECA-44E4-A7DE-E9DB54D097C1}" destId="{30F3468B-F99A-4572-B491-52DF241DE271}" srcOrd="0" destOrd="0" presId="urn:microsoft.com/office/officeart/2005/8/layout/process3"/>
    <dgm:cxn modelId="{D87CA3DA-AC06-4945-8421-5FBA378E3278}" srcId="{B2895F51-9D72-4F2C-BBEF-4EF6A00A680B}" destId="{FA09CAFB-CE0D-412B-AE8F-923C4827F4FE}" srcOrd="2" destOrd="0" parTransId="{6D4DC1DC-EB16-4586-BE14-7FAF757EFBD5}" sibTransId="{1753BDF7-669A-4690-B4F9-A99FF86E2630}"/>
    <dgm:cxn modelId="{57044CE5-2A9F-45A5-8D71-BCC40DBF6682}" type="presOf" srcId="{46A94C3F-34D9-4043-969B-A2BDF6E97F48}" destId="{3D1743F4-CB86-4283-A950-87A4EB9B6284}" srcOrd="0" destOrd="0" presId="urn:microsoft.com/office/officeart/2005/8/layout/process3"/>
    <dgm:cxn modelId="{D69B82F1-D5C5-43C4-B414-D63D38AA4597}" type="presOf" srcId="{EB04E154-A55E-4E38-85C5-B1C2C24C7B73}" destId="{CB70FA4A-9C51-4498-A064-9A0CE025A78E}" srcOrd="0" destOrd="0" presId="urn:microsoft.com/office/officeart/2005/8/layout/process3"/>
    <dgm:cxn modelId="{1E7018F3-AD84-47BE-A90E-B5F3C19B3D7B}" type="presOf" srcId="{EB04E154-A55E-4E38-85C5-B1C2C24C7B73}" destId="{0130B90F-D32E-4DBD-86E4-49673906CE61}" srcOrd="1" destOrd="0" presId="urn:microsoft.com/office/officeart/2005/8/layout/process3"/>
    <dgm:cxn modelId="{E90E3D98-9D3C-4B81-B335-9DE3CC575E6C}" type="presParOf" srcId="{F50D9565-0F7D-476B-A32A-6BE126302AF0}" destId="{DEA87DA5-0C5A-48B9-A2F5-438E81CEE67E}" srcOrd="0" destOrd="0" presId="urn:microsoft.com/office/officeart/2005/8/layout/process3"/>
    <dgm:cxn modelId="{EB598D89-AD10-4B49-B4C9-CE077A1F43B4}" type="presParOf" srcId="{DEA87DA5-0C5A-48B9-A2F5-438E81CEE67E}" destId="{A52CB52D-E6CE-49A1-88C0-138A737141A7}" srcOrd="0" destOrd="0" presId="urn:microsoft.com/office/officeart/2005/8/layout/process3"/>
    <dgm:cxn modelId="{39FC0DF0-D1D4-4562-BEA4-45809A7CE147}" type="presParOf" srcId="{DEA87DA5-0C5A-48B9-A2F5-438E81CEE67E}" destId="{5AA4965F-F3D7-4B8C-B4AB-B57C408CB3B7}" srcOrd="1" destOrd="0" presId="urn:microsoft.com/office/officeart/2005/8/layout/process3"/>
    <dgm:cxn modelId="{933E15FB-5AA1-4C26-84CD-8977BA447FB6}" type="presParOf" srcId="{DEA87DA5-0C5A-48B9-A2F5-438E81CEE67E}" destId="{A6F7B638-F33F-403C-BFEF-A26D8FE29988}" srcOrd="2" destOrd="0" presId="urn:microsoft.com/office/officeart/2005/8/layout/process3"/>
    <dgm:cxn modelId="{B728A905-0FD2-4D24-BFAD-6A088877533B}" type="presParOf" srcId="{F50D9565-0F7D-476B-A32A-6BE126302AF0}" destId="{3F2E90A5-2FAE-4CEE-A8DF-4ADE7A8B9F84}" srcOrd="1" destOrd="0" presId="urn:microsoft.com/office/officeart/2005/8/layout/process3"/>
    <dgm:cxn modelId="{1278F940-56CF-4112-B6FA-5693437A3D39}" type="presParOf" srcId="{3F2E90A5-2FAE-4CEE-A8DF-4ADE7A8B9F84}" destId="{78565BE7-99FD-4136-903A-080CEFD1CAF5}" srcOrd="0" destOrd="0" presId="urn:microsoft.com/office/officeart/2005/8/layout/process3"/>
    <dgm:cxn modelId="{C0D590A6-9A97-4477-9DC7-8EDB37C7B51C}" type="presParOf" srcId="{F50D9565-0F7D-476B-A32A-6BE126302AF0}" destId="{E289902E-470F-486F-B4B0-CAFFDBA0B43A}" srcOrd="2" destOrd="0" presId="urn:microsoft.com/office/officeart/2005/8/layout/process3"/>
    <dgm:cxn modelId="{0259696A-5DA7-41A7-9333-312AA3932547}" type="presParOf" srcId="{E289902E-470F-486F-B4B0-CAFFDBA0B43A}" destId="{30F3468B-F99A-4572-B491-52DF241DE271}" srcOrd="0" destOrd="0" presId="urn:microsoft.com/office/officeart/2005/8/layout/process3"/>
    <dgm:cxn modelId="{704129B2-AAE5-45D3-9D09-2650D2F1DD70}" type="presParOf" srcId="{E289902E-470F-486F-B4B0-CAFFDBA0B43A}" destId="{3C7F5E76-A6B7-45E2-ACDA-EBE372269A6A}" srcOrd="1" destOrd="0" presId="urn:microsoft.com/office/officeart/2005/8/layout/process3"/>
    <dgm:cxn modelId="{7B9C0A88-0598-47E4-A1A3-1E11B324E418}" type="presParOf" srcId="{E289902E-470F-486F-B4B0-CAFFDBA0B43A}" destId="{3D1743F4-CB86-4283-A950-87A4EB9B6284}" srcOrd="2" destOrd="0" presId="urn:microsoft.com/office/officeart/2005/8/layout/process3"/>
    <dgm:cxn modelId="{54CBDDAE-38E9-432C-A5E9-69108CE939BA}" type="presParOf" srcId="{F50D9565-0F7D-476B-A32A-6BE126302AF0}" destId="{64F02809-9B6B-4D09-A873-96F264340AE0}" srcOrd="3" destOrd="0" presId="urn:microsoft.com/office/officeart/2005/8/layout/process3"/>
    <dgm:cxn modelId="{5F4F5F12-B292-4C82-A07D-4DAA53075D7D}" type="presParOf" srcId="{64F02809-9B6B-4D09-A873-96F264340AE0}" destId="{5D5042FB-6E1B-4A0D-8DCA-33E32201407B}" srcOrd="0" destOrd="0" presId="urn:microsoft.com/office/officeart/2005/8/layout/process3"/>
    <dgm:cxn modelId="{63700BB8-0284-4D28-852A-6D59C0E8DA1E}" type="presParOf" srcId="{F50D9565-0F7D-476B-A32A-6BE126302AF0}" destId="{DD14C200-7E3A-4878-AA4D-83CE69E2D992}" srcOrd="4" destOrd="0" presId="urn:microsoft.com/office/officeart/2005/8/layout/process3"/>
    <dgm:cxn modelId="{16C3C70A-55C9-488B-AE2E-D85236D098C1}" type="presParOf" srcId="{DD14C200-7E3A-4878-AA4D-83CE69E2D992}" destId="{93405B33-9E20-4BE0-81E2-310F0A78F9BB}" srcOrd="0" destOrd="0" presId="urn:microsoft.com/office/officeart/2005/8/layout/process3"/>
    <dgm:cxn modelId="{D03CB68C-B803-4BFE-91CB-06E706549E9B}" type="presParOf" srcId="{DD14C200-7E3A-4878-AA4D-83CE69E2D992}" destId="{832B2173-ABC8-4C29-963C-8B0CA9FBCCA6}" srcOrd="1" destOrd="0" presId="urn:microsoft.com/office/officeart/2005/8/layout/process3"/>
    <dgm:cxn modelId="{25A8A6AF-C770-4AAF-929B-C2458E0C3229}" type="presParOf" srcId="{DD14C200-7E3A-4878-AA4D-83CE69E2D992}" destId="{EABE2F62-520E-473F-A541-1A43E51815D8}" srcOrd="2" destOrd="0" presId="urn:microsoft.com/office/officeart/2005/8/layout/process3"/>
    <dgm:cxn modelId="{BEF5F59E-3569-4020-9A06-CD0C23A54FFC}" type="presParOf" srcId="{F50D9565-0F7D-476B-A32A-6BE126302AF0}" destId="{6D70BE22-7597-435A-A526-AEE75F63A2A9}" srcOrd="5" destOrd="0" presId="urn:microsoft.com/office/officeart/2005/8/layout/process3"/>
    <dgm:cxn modelId="{8ED348E9-1A9B-4EAB-8DD7-F2C3A977C76F}" type="presParOf" srcId="{6D70BE22-7597-435A-A526-AEE75F63A2A9}" destId="{0A89C408-DA95-46D4-95A4-908C4BACB4CA}" srcOrd="0" destOrd="0" presId="urn:microsoft.com/office/officeart/2005/8/layout/process3"/>
    <dgm:cxn modelId="{293C6226-CFA1-4B95-AE25-2DE2FF45FBF4}" type="presParOf" srcId="{F50D9565-0F7D-476B-A32A-6BE126302AF0}" destId="{A6C90D71-8DF6-4ABF-8CF0-8C3F4F0FB586}" srcOrd="6" destOrd="0" presId="urn:microsoft.com/office/officeart/2005/8/layout/process3"/>
    <dgm:cxn modelId="{38BAA61C-12DA-48A4-A4CA-46B6582AC34F}" type="presParOf" srcId="{A6C90D71-8DF6-4ABF-8CF0-8C3F4F0FB586}" destId="{CB70FA4A-9C51-4498-A064-9A0CE025A78E}" srcOrd="0" destOrd="0" presId="urn:microsoft.com/office/officeart/2005/8/layout/process3"/>
    <dgm:cxn modelId="{F6F081E1-6D53-4368-92F1-F8FC9FB2D840}" type="presParOf" srcId="{A6C90D71-8DF6-4ABF-8CF0-8C3F4F0FB586}" destId="{0130B90F-D32E-4DBD-86E4-49673906CE61}" srcOrd="1" destOrd="0" presId="urn:microsoft.com/office/officeart/2005/8/layout/process3"/>
    <dgm:cxn modelId="{5032BD81-05F7-4910-98E6-9D1A151CB267}" type="presParOf" srcId="{A6C90D71-8DF6-4ABF-8CF0-8C3F4F0FB586}" destId="{F72E4502-FDC3-436F-9E82-3CA18369D297}" srcOrd="2" destOrd="0" presId="urn:microsoft.com/office/officeart/2005/8/layout/process3"/>
    <dgm:cxn modelId="{E3A2B0A0-5A3D-4E2D-86A7-24BEB8CD1FE5}" type="presParOf" srcId="{F50D9565-0F7D-476B-A32A-6BE126302AF0}" destId="{F41B9271-531A-4FCE-9B52-31DF7A2A8FEA}" srcOrd="7" destOrd="0" presId="urn:microsoft.com/office/officeart/2005/8/layout/process3"/>
    <dgm:cxn modelId="{E0166506-0024-4983-8C1B-77602CB8A938}" type="presParOf" srcId="{F41B9271-531A-4FCE-9B52-31DF7A2A8FEA}" destId="{94B5449F-89E8-4A07-A26E-0DAEC657052B}" srcOrd="0" destOrd="0" presId="urn:microsoft.com/office/officeart/2005/8/layout/process3"/>
    <dgm:cxn modelId="{2C4143F1-FBFE-4235-9216-B323FA57DE0F}" type="presParOf" srcId="{F50D9565-0F7D-476B-A32A-6BE126302AF0}" destId="{4FB8FFF2-C3E6-4692-9C8A-A01E79E4ECCF}" srcOrd="8" destOrd="0" presId="urn:microsoft.com/office/officeart/2005/8/layout/process3"/>
    <dgm:cxn modelId="{5AB271E9-4291-4F5D-8A20-C3FA944E534C}" type="presParOf" srcId="{4FB8FFF2-C3E6-4692-9C8A-A01E79E4ECCF}" destId="{356C07BE-E1A0-4A8D-9679-7CFD7C38F45E}" srcOrd="0" destOrd="0" presId="urn:microsoft.com/office/officeart/2005/8/layout/process3"/>
    <dgm:cxn modelId="{BEF361DF-8AA2-4C26-9D43-483C1FAB9C52}" type="presParOf" srcId="{4FB8FFF2-C3E6-4692-9C8A-A01E79E4ECCF}" destId="{8976E579-4F66-4709-B2D9-D041F92ABBEB}" srcOrd="1" destOrd="0" presId="urn:microsoft.com/office/officeart/2005/8/layout/process3"/>
    <dgm:cxn modelId="{372C60CE-82F4-483A-997D-2F939AD1ED1A}" type="presParOf" srcId="{4FB8FFF2-C3E6-4692-9C8A-A01E79E4ECCF}" destId="{3A8AEE80-229E-4007-BE7C-1E63B89748CF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5BF72A-D1CF-4745-A39C-8FB06B6C50CD}" type="doc">
      <dgm:prSet loTypeId="urn:microsoft.com/office/officeart/2005/8/layout/process1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643EEED9-DED6-4935-B33E-0A8160086CD4}">
      <dgm:prSet phldrT="[Text]" custT="1"/>
      <dgm:spPr/>
      <dgm:t>
        <a:bodyPr/>
        <a:lstStyle/>
        <a:p>
          <a:r>
            <a:rPr lang="en-IN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X – ray Image</a:t>
          </a:r>
        </a:p>
      </dgm:t>
    </dgm:pt>
    <dgm:pt modelId="{DFFCBB2A-DFFB-42B3-8B8B-489EFA554217}" type="parTrans" cxnId="{B3E9BE22-FC07-48E0-AF76-B9D1740C6077}">
      <dgm:prSet/>
      <dgm:spPr/>
      <dgm:t>
        <a:bodyPr/>
        <a:lstStyle/>
        <a:p>
          <a:endParaRPr lang="en-IN"/>
        </a:p>
      </dgm:t>
    </dgm:pt>
    <dgm:pt modelId="{70CE5198-EF10-4C87-A3A6-B0CA9C7CBB8C}" type="sibTrans" cxnId="{B3E9BE22-FC07-48E0-AF76-B9D1740C6077}">
      <dgm:prSet/>
      <dgm:spPr/>
      <dgm:t>
        <a:bodyPr/>
        <a:lstStyle/>
        <a:p>
          <a:endParaRPr lang="en-IN" dirty="0"/>
        </a:p>
      </dgm:t>
    </dgm:pt>
    <dgm:pt modelId="{A4E44E20-6208-4A12-9E16-F433D2CA7677}">
      <dgm:prSet phldrT="[Text]" custT="1"/>
      <dgm:spPr/>
      <dgm:t>
        <a:bodyPr/>
        <a:lstStyle/>
        <a:p>
          <a:r>
            <a:rPr lang="en-IN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Preprocessing</a:t>
          </a:r>
        </a:p>
        <a:p>
          <a:r>
            <a:rPr lang="en-IN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(Grayscale, Resize, Normalize)</a:t>
          </a:r>
        </a:p>
      </dgm:t>
    </dgm:pt>
    <dgm:pt modelId="{0A3821E6-0CF4-4DF4-9DCD-DAED36AB259E}" type="parTrans" cxnId="{C88401A2-6DEB-4C30-8F12-13B23EB76551}">
      <dgm:prSet/>
      <dgm:spPr/>
      <dgm:t>
        <a:bodyPr/>
        <a:lstStyle/>
        <a:p>
          <a:endParaRPr lang="en-IN"/>
        </a:p>
      </dgm:t>
    </dgm:pt>
    <dgm:pt modelId="{A73A06B7-B425-47E5-9BBA-3EEDD202F276}" type="sibTrans" cxnId="{C88401A2-6DEB-4C30-8F12-13B23EB76551}">
      <dgm:prSet/>
      <dgm:spPr/>
      <dgm:t>
        <a:bodyPr/>
        <a:lstStyle/>
        <a:p>
          <a:endParaRPr lang="en-IN" dirty="0"/>
        </a:p>
      </dgm:t>
    </dgm:pt>
    <dgm:pt modelId="{258B5153-69F7-44CB-A701-C1280C8B9E53}">
      <dgm:prSet phldrT="[Text]" custT="1"/>
      <dgm:spPr/>
      <dgm:t>
        <a:bodyPr/>
        <a:lstStyle/>
        <a:p>
          <a:r>
            <a:rPr lang="en-IN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CNN Model</a:t>
          </a:r>
        </a:p>
        <a:p>
          <a:r>
            <a:rPr lang="en-IN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(Convolution + Pooling + Dense + Dropout)</a:t>
          </a:r>
        </a:p>
      </dgm:t>
    </dgm:pt>
    <dgm:pt modelId="{B2B86DCE-28B4-4500-BA8B-819F9B5DA0EA}" type="parTrans" cxnId="{830379CE-D32E-4939-B326-5DA88DF671E2}">
      <dgm:prSet/>
      <dgm:spPr/>
      <dgm:t>
        <a:bodyPr/>
        <a:lstStyle/>
        <a:p>
          <a:endParaRPr lang="en-IN"/>
        </a:p>
      </dgm:t>
    </dgm:pt>
    <dgm:pt modelId="{7571778C-DA7F-4792-A390-378DAF13BCB6}" type="sibTrans" cxnId="{830379CE-D32E-4939-B326-5DA88DF671E2}">
      <dgm:prSet/>
      <dgm:spPr/>
      <dgm:t>
        <a:bodyPr/>
        <a:lstStyle/>
        <a:p>
          <a:endParaRPr lang="en-IN" dirty="0"/>
        </a:p>
      </dgm:t>
    </dgm:pt>
    <dgm:pt modelId="{1921CC96-5CDA-4C85-8366-E078CB36E3F6}">
      <dgm:prSet custT="1"/>
      <dgm:spPr/>
      <dgm:t>
        <a:bodyPr/>
        <a:lstStyle/>
        <a:p>
          <a:r>
            <a:rPr lang="en-IN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Output </a:t>
          </a:r>
        </a:p>
        <a:p>
          <a:r>
            <a:rPr lang="en-IN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Normal/Scoliosis</a:t>
          </a:r>
        </a:p>
      </dgm:t>
    </dgm:pt>
    <dgm:pt modelId="{D989CC15-587F-4F98-8E23-1BE815020B00}" type="parTrans" cxnId="{5564521E-C95A-426A-9F1B-677FDFC6A37E}">
      <dgm:prSet/>
      <dgm:spPr/>
      <dgm:t>
        <a:bodyPr/>
        <a:lstStyle/>
        <a:p>
          <a:endParaRPr lang="en-IN"/>
        </a:p>
      </dgm:t>
    </dgm:pt>
    <dgm:pt modelId="{A61C8199-E794-46F0-935F-2EDEC17D44FA}" type="sibTrans" cxnId="{5564521E-C95A-426A-9F1B-677FDFC6A37E}">
      <dgm:prSet/>
      <dgm:spPr/>
      <dgm:t>
        <a:bodyPr/>
        <a:lstStyle/>
        <a:p>
          <a:endParaRPr lang="en-IN"/>
        </a:p>
      </dgm:t>
    </dgm:pt>
    <dgm:pt modelId="{ED0D7620-5562-4DB4-8F23-3A729D2E7848}" type="pres">
      <dgm:prSet presAssocID="{CC5BF72A-D1CF-4745-A39C-8FB06B6C50CD}" presName="Name0" presStyleCnt="0">
        <dgm:presLayoutVars>
          <dgm:dir/>
          <dgm:resizeHandles val="exact"/>
        </dgm:presLayoutVars>
      </dgm:prSet>
      <dgm:spPr/>
    </dgm:pt>
    <dgm:pt modelId="{46AE020A-E30D-484A-9A1B-DAB140C1F29F}" type="pres">
      <dgm:prSet presAssocID="{643EEED9-DED6-4935-B33E-0A8160086CD4}" presName="node" presStyleLbl="node1" presStyleIdx="0" presStyleCnt="4">
        <dgm:presLayoutVars>
          <dgm:bulletEnabled val="1"/>
        </dgm:presLayoutVars>
      </dgm:prSet>
      <dgm:spPr/>
    </dgm:pt>
    <dgm:pt modelId="{9C4C9105-3CCB-4A8C-B3EA-2A20A7FFFD30}" type="pres">
      <dgm:prSet presAssocID="{70CE5198-EF10-4C87-A3A6-B0CA9C7CBB8C}" presName="sibTrans" presStyleLbl="sibTrans2D1" presStyleIdx="0" presStyleCnt="3"/>
      <dgm:spPr/>
    </dgm:pt>
    <dgm:pt modelId="{DBC79E84-AA07-45AC-9647-A95329AE6834}" type="pres">
      <dgm:prSet presAssocID="{70CE5198-EF10-4C87-A3A6-B0CA9C7CBB8C}" presName="connectorText" presStyleLbl="sibTrans2D1" presStyleIdx="0" presStyleCnt="3"/>
      <dgm:spPr/>
    </dgm:pt>
    <dgm:pt modelId="{2B2030C1-538D-4A7B-A7F4-CF04514F9260}" type="pres">
      <dgm:prSet presAssocID="{A4E44E20-6208-4A12-9E16-F433D2CA7677}" presName="node" presStyleLbl="node1" presStyleIdx="1" presStyleCnt="4">
        <dgm:presLayoutVars>
          <dgm:bulletEnabled val="1"/>
        </dgm:presLayoutVars>
      </dgm:prSet>
      <dgm:spPr/>
    </dgm:pt>
    <dgm:pt modelId="{75B22BE7-116C-49B0-93DD-66EE54A06134}" type="pres">
      <dgm:prSet presAssocID="{A73A06B7-B425-47E5-9BBA-3EEDD202F276}" presName="sibTrans" presStyleLbl="sibTrans2D1" presStyleIdx="1" presStyleCnt="3"/>
      <dgm:spPr/>
    </dgm:pt>
    <dgm:pt modelId="{CADC1518-B3E9-42CE-A46E-579CB217E83E}" type="pres">
      <dgm:prSet presAssocID="{A73A06B7-B425-47E5-9BBA-3EEDD202F276}" presName="connectorText" presStyleLbl="sibTrans2D1" presStyleIdx="1" presStyleCnt="3"/>
      <dgm:spPr/>
    </dgm:pt>
    <dgm:pt modelId="{DC64684A-C722-40C0-AECB-97A6AC3B60ED}" type="pres">
      <dgm:prSet presAssocID="{258B5153-69F7-44CB-A701-C1280C8B9E53}" presName="node" presStyleLbl="node1" presStyleIdx="2" presStyleCnt="4">
        <dgm:presLayoutVars>
          <dgm:bulletEnabled val="1"/>
        </dgm:presLayoutVars>
      </dgm:prSet>
      <dgm:spPr/>
    </dgm:pt>
    <dgm:pt modelId="{D835EEA9-2A32-4B71-9EFD-54B4E24A9749}" type="pres">
      <dgm:prSet presAssocID="{7571778C-DA7F-4792-A390-378DAF13BCB6}" presName="sibTrans" presStyleLbl="sibTrans2D1" presStyleIdx="2" presStyleCnt="3"/>
      <dgm:spPr/>
    </dgm:pt>
    <dgm:pt modelId="{5FAD3A99-B8F4-4066-8D55-74D5D63DDE8B}" type="pres">
      <dgm:prSet presAssocID="{7571778C-DA7F-4792-A390-378DAF13BCB6}" presName="connectorText" presStyleLbl="sibTrans2D1" presStyleIdx="2" presStyleCnt="3"/>
      <dgm:spPr/>
    </dgm:pt>
    <dgm:pt modelId="{EEEFE2F9-F120-4FCB-BF4C-8C01AB8ED673}" type="pres">
      <dgm:prSet presAssocID="{1921CC96-5CDA-4C85-8366-E078CB36E3F6}" presName="node" presStyleLbl="node1" presStyleIdx="3" presStyleCnt="4">
        <dgm:presLayoutVars>
          <dgm:bulletEnabled val="1"/>
        </dgm:presLayoutVars>
      </dgm:prSet>
      <dgm:spPr/>
    </dgm:pt>
  </dgm:ptLst>
  <dgm:cxnLst>
    <dgm:cxn modelId="{518E9E0A-5F3C-4316-87A4-3334BA6918EF}" type="presOf" srcId="{70CE5198-EF10-4C87-A3A6-B0CA9C7CBB8C}" destId="{DBC79E84-AA07-45AC-9647-A95329AE6834}" srcOrd="1" destOrd="0" presId="urn:microsoft.com/office/officeart/2005/8/layout/process1"/>
    <dgm:cxn modelId="{9FD81F17-9FB6-4F8D-B683-67B78961EFB3}" type="presOf" srcId="{A4E44E20-6208-4A12-9E16-F433D2CA7677}" destId="{2B2030C1-538D-4A7B-A7F4-CF04514F9260}" srcOrd="0" destOrd="0" presId="urn:microsoft.com/office/officeart/2005/8/layout/process1"/>
    <dgm:cxn modelId="{5564521E-C95A-426A-9F1B-677FDFC6A37E}" srcId="{CC5BF72A-D1CF-4745-A39C-8FB06B6C50CD}" destId="{1921CC96-5CDA-4C85-8366-E078CB36E3F6}" srcOrd="3" destOrd="0" parTransId="{D989CC15-587F-4F98-8E23-1BE815020B00}" sibTransId="{A61C8199-E794-46F0-935F-2EDEC17D44FA}"/>
    <dgm:cxn modelId="{B3E9BE22-FC07-48E0-AF76-B9D1740C6077}" srcId="{CC5BF72A-D1CF-4745-A39C-8FB06B6C50CD}" destId="{643EEED9-DED6-4935-B33E-0A8160086CD4}" srcOrd="0" destOrd="0" parTransId="{DFFCBB2A-DFFB-42B3-8B8B-489EFA554217}" sibTransId="{70CE5198-EF10-4C87-A3A6-B0CA9C7CBB8C}"/>
    <dgm:cxn modelId="{8C0DAC4A-DB1B-415E-9B35-E8A7FBB0F40D}" type="presOf" srcId="{7571778C-DA7F-4792-A390-378DAF13BCB6}" destId="{5FAD3A99-B8F4-4066-8D55-74D5D63DDE8B}" srcOrd="1" destOrd="0" presId="urn:microsoft.com/office/officeart/2005/8/layout/process1"/>
    <dgm:cxn modelId="{FC130C83-513A-442D-9515-C86A4FBAB48C}" type="presOf" srcId="{CC5BF72A-D1CF-4745-A39C-8FB06B6C50CD}" destId="{ED0D7620-5562-4DB4-8F23-3A729D2E7848}" srcOrd="0" destOrd="0" presId="urn:microsoft.com/office/officeart/2005/8/layout/process1"/>
    <dgm:cxn modelId="{FEC9438A-E67E-497E-940C-01F72D335B4F}" type="presOf" srcId="{A73A06B7-B425-47E5-9BBA-3EEDD202F276}" destId="{75B22BE7-116C-49B0-93DD-66EE54A06134}" srcOrd="0" destOrd="0" presId="urn:microsoft.com/office/officeart/2005/8/layout/process1"/>
    <dgm:cxn modelId="{C88401A2-6DEB-4C30-8F12-13B23EB76551}" srcId="{CC5BF72A-D1CF-4745-A39C-8FB06B6C50CD}" destId="{A4E44E20-6208-4A12-9E16-F433D2CA7677}" srcOrd="1" destOrd="0" parTransId="{0A3821E6-0CF4-4DF4-9DCD-DAED36AB259E}" sibTransId="{A73A06B7-B425-47E5-9BBA-3EEDD202F276}"/>
    <dgm:cxn modelId="{B9850DB6-6EF2-4335-AA46-9B54B584B44E}" type="presOf" srcId="{1921CC96-5CDA-4C85-8366-E078CB36E3F6}" destId="{EEEFE2F9-F120-4FCB-BF4C-8C01AB8ED673}" srcOrd="0" destOrd="0" presId="urn:microsoft.com/office/officeart/2005/8/layout/process1"/>
    <dgm:cxn modelId="{879E3FC9-019B-4B7D-9DB3-6977EAF5B757}" type="presOf" srcId="{A73A06B7-B425-47E5-9BBA-3EEDD202F276}" destId="{CADC1518-B3E9-42CE-A46E-579CB217E83E}" srcOrd="1" destOrd="0" presId="urn:microsoft.com/office/officeart/2005/8/layout/process1"/>
    <dgm:cxn modelId="{830379CE-D32E-4939-B326-5DA88DF671E2}" srcId="{CC5BF72A-D1CF-4745-A39C-8FB06B6C50CD}" destId="{258B5153-69F7-44CB-A701-C1280C8B9E53}" srcOrd="2" destOrd="0" parTransId="{B2B86DCE-28B4-4500-BA8B-819F9B5DA0EA}" sibTransId="{7571778C-DA7F-4792-A390-378DAF13BCB6}"/>
    <dgm:cxn modelId="{5D8EBBD2-5F26-4F54-AE06-B9B179ED05D4}" type="presOf" srcId="{643EEED9-DED6-4935-B33E-0A8160086CD4}" destId="{46AE020A-E30D-484A-9A1B-DAB140C1F29F}" srcOrd="0" destOrd="0" presId="urn:microsoft.com/office/officeart/2005/8/layout/process1"/>
    <dgm:cxn modelId="{E7726ADE-3DC8-489E-9A88-73E9DC491919}" type="presOf" srcId="{258B5153-69F7-44CB-A701-C1280C8B9E53}" destId="{DC64684A-C722-40C0-AECB-97A6AC3B60ED}" srcOrd="0" destOrd="0" presId="urn:microsoft.com/office/officeart/2005/8/layout/process1"/>
    <dgm:cxn modelId="{2CAEF0E6-A2A6-4E07-AED3-D0FB871EF259}" type="presOf" srcId="{7571778C-DA7F-4792-A390-378DAF13BCB6}" destId="{D835EEA9-2A32-4B71-9EFD-54B4E24A9749}" srcOrd="0" destOrd="0" presId="urn:microsoft.com/office/officeart/2005/8/layout/process1"/>
    <dgm:cxn modelId="{CF9AD8FE-DAAC-4117-8007-39C4D3A1F9F9}" type="presOf" srcId="{70CE5198-EF10-4C87-A3A6-B0CA9C7CBB8C}" destId="{9C4C9105-3CCB-4A8C-B3EA-2A20A7FFFD30}" srcOrd="0" destOrd="0" presId="urn:microsoft.com/office/officeart/2005/8/layout/process1"/>
    <dgm:cxn modelId="{DD2BB447-38DC-45E3-AB20-D95C1A84C1EF}" type="presParOf" srcId="{ED0D7620-5562-4DB4-8F23-3A729D2E7848}" destId="{46AE020A-E30D-484A-9A1B-DAB140C1F29F}" srcOrd="0" destOrd="0" presId="urn:microsoft.com/office/officeart/2005/8/layout/process1"/>
    <dgm:cxn modelId="{D8EC0FE6-DAA9-407A-B382-FB86F57BF51D}" type="presParOf" srcId="{ED0D7620-5562-4DB4-8F23-3A729D2E7848}" destId="{9C4C9105-3CCB-4A8C-B3EA-2A20A7FFFD30}" srcOrd="1" destOrd="0" presId="urn:microsoft.com/office/officeart/2005/8/layout/process1"/>
    <dgm:cxn modelId="{1AD2E393-7817-41DB-B7DD-0E0684559621}" type="presParOf" srcId="{9C4C9105-3CCB-4A8C-B3EA-2A20A7FFFD30}" destId="{DBC79E84-AA07-45AC-9647-A95329AE6834}" srcOrd="0" destOrd="0" presId="urn:microsoft.com/office/officeart/2005/8/layout/process1"/>
    <dgm:cxn modelId="{17A45A9B-8FD0-4306-9327-C0598DED0FE3}" type="presParOf" srcId="{ED0D7620-5562-4DB4-8F23-3A729D2E7848}" destId="{2B2030C1-538D-4A7B-A7F4-CF04514F9260}" srcOrd="2" destOrd="0" presId="urn:microsoft.com/office/officeart/2005/8/layout/process1"/>
    <dgm:cxn modelId="{8B90A4BA-17FF-4A29-A73A-59666F4B9A73}" type="presParOf" srcId="{ED0D7620-5562-4DB4-8F23-3A729D2E7848}" destId="{75B22BE7-116C-49B0-93DD-66EE54A06134}" srcOrd="3" destOrd="0" presId="urn:microsoft.com/office/officeart/2005/8/layout/process1"/>
    <dgm:cxn modelId="{22878318-0EE1-4488-AF55-593E449598F7}" type="presParOf" srcId="{75B22BE7-116C-49B0-93DD-66EE54A06134}" destId="{CADC1518-B3E9-42CE-A46E-579CB217E83E}" srcOrd="0" destOrd="0" presId="urn:microsoft.com/office/officeart/2005/8/layout/process1"/>
    <dgm:cxn modelId="{75CA6A7E-E50A-42DD-BCCB-E9EE4654E2D4}" type="presParOf" srcId="{ED0D7620-5562-4DB4-8F23-3A729D2E7848}" destId="{DC64684A-C722-40C0-AECB-97A6AC3B60ED}" srcOrd="4" destOrd="0" presId="urn:microsoft.com/office/officeart/2005/8/layout/process1"/>
    <dgm:cxn modelId="{BCB27957-C7ED-44E8-86EC-6C3C9B83D8F8}" type="presParOf" srcId="{ED0D7620-5562-4DB4-8F23-3A729D2E7848}" destId="{D835EEA9-2A32-4B71-9EFD-54B4E24A9749}" srcOrd="5" destOrd="0" presId="urn:microsoft.com/office/officeart/2005/8/layout/process1"/>
    <dgm:cxn modelId="{5E5F75B3-9C93-495A-BCFB-607593CDF6BB}" type="presParOf" srcId="{D835EEA9-2A32-4B71-9EFD-54B4E24A9749}" destId="{5FAD3A99-B8F4-4066-8D55-74D5D63DDE8B}" srcOrd="0" destOrd="0" presId="urn:microsoft.com/office/officeart/2005/8/layout/process1"/>
    <dgm:cxn modelId="{14464E39-4A14-41FC-A2F0-1F91A0370309}" type="presParOf" srcId="{ED0D7620-5562-4DB4-8F23-3A729D2E7848}" destId="{EEEFE2F9-F120-4FCB-BF4C-8C01AB8ED673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BB30074-C394-435D-A701-4F5275057A5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E66AD1-2ED7-46D8-8FB2-A61B32F10310}">
      <dgm:prSet phldrT="[Text]" custT="1"/>
      <dgm:spPr/>
      <dgm:t>
        <a:bodyPr/>
        <a:lstStyle/>
        <a:p>
          <a:r>
            <a:rPr lang="en-IN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Feasibility</a:t>
          </a:r>
          <a:r>
            <a:rPr lang="en-IN" sz="1500" dirty="0"/>
            <a:t>
</a:t>
          </a:r>
        </a:p>
      </dgm:t>
    </dgm:pt>
    <dgm:pt modelId="{88ABAF7A-56C5-402C-9511-49C92D82F512}" type="parTrans" cxnId="{5AEFF39F-A601-483F-9CC6-F5EBDBD2A416}">
      <dgm:prSet/>
      <dgm:spPr/>
      <dgm:t>
        <a:bodyPr/>
        <a:lstStyle/>
        <a:p>
          <a:endParaRPr lang="en-IN"/>
        </a:p>
      </dgm:t>
    </dgm:pt>
    <dgm:pt modelId="{7EF2907D-6F97-41AE-829E-2786ED9016F3}" type="sibTrans" cxnId="{5AEFF39F-A601-483F-9CC6-F5EBDBD2A416}">
      <dgm:prSet/>
      <dgm:spPr/>
      <dgm:t>
        <a:bodyPr/>
        <a:lstStyle/>
        <a:p>
          <a:endParaRPr lang="en-IN"/>
        </a:p>
      </dgm:t>
    </dgm:pt>
    <dgm:pt modelId="{9DCFFC0C-35D6-483A-BFC3-FC3F774A7745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Runs efficiently on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mid-range CPUs/GPUs.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
Web app deployable in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hospitals, schools, rural units.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
User-friendly interface → no technical expertise required.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BCB3EBE-C907-4E83-9DDB-4194C6142030}" type="parTrans" cxnId="{6E45BFDF-0974-4E7A-B119-6A23B09E4801}">
      <dgm:prSet/>
      <dgm:spPr/>
      <dgm:t>
        <a:bodyPr/>
        <a:lstStyle/>
        <a:p>
          <a:endParaRPr lang="en-IN"/>
        </a:p>
      </dgm:t>
    </dgm:pt>
    <dgm:pt modelId="{E20A777D-63A5-4611-BC20-FB7FDC2330D1}" type="sibTrans" cxnId="{6E45BFDF-0974-4E7A-B119-6A23B09E4801}">
      <dgm:prSet/>
      <dgm:spPr/>
      <dgm:t>
        <a:bodyPr/>
        <a:lstStyle/>
        <a:p>
          <a:endParaRPr lang="en-IN"/>
        </a:p>
      </dgm:t>
    </dgm:pt>
    <dgm:pt modelId="{3BA3CA59-AAA0-4F7B-A13E-433702442CA7}">
      <dgm:prSet phldrT="[Text]" custT="1"/>
      <dgm:spPr/>
      <dgm:t>
        <a:bodyPr anchor="t"/>
        <a:lstStyle/>
        <a:p>
          <a:r>
            <a:rPr lang="en-IN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Challenges</a:t>
          </a:r>
          <a:r>
            <a:rPr lang="en-IN" sz="1500" dirty="0"/>
            <a:t>
</a:t>
          </a:r>
        </a:p>
      </dgm:t>
    </dgm:pt>
    <dgm:pt modelId="{8FEC6D14-F25D-4DB3-8B40-3636B837560B}" type="parTrans" cxnId="{54573F1B-09EE-495C-A32E-60ECAC9F3D1D}">
      <dgm:prSet/>
      <dgm:spPr/>
      <dgm:t>
        <a:bodyPr/>
        <a:lstStyle/>
        <a:p>
          <a:endParaRPr lang="en-IN"/>
        </a:p>
      </dgm:t>
    </dgm:pt>
    <dgm:pt modelId="{1D0C5BE1-3C36-40B6-BA49-2290DF81FAE3}" type="sibTrans" cxnId="{54573F1B-09EE-495C-A32E-60ECAC9F3D1D}">
      <dgm:prSet/>
      <dgm:spPr/>
      <dgm:t>
        <a:bodyPr/>
        <a:lstStyle/>
        <a:p>
          <a:endParaRPr lang="en-IN"/>
        </a:p>
      </dgm:t>
    </dgm:pt>
    <dgm:pt modelId="{62A9E9EE-856D-4AEC-A121-5DE8C9354BDA}">
      <dgm:prSet phldrT="[Text]"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Small dataset (259 images)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→ limited generalization.
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Accuracy: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Training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88.65%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| Validation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78.85%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.
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No clinical validation yet.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
Dependent on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image quality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from users.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74371B-C72A-45ED-A0C7-ECA011C12D60}" type="parTrans" cxnId="{8F1B626F-0162-4C32-8C00-D78A15C1907B}">
      <dgm:prSet/>
      <dgm:spPr/>
      <dgm:t>
        <a:bodyPr/>
        <a:lstStyle/>
        <a:p>
          <a:endParaRPr lang="en-IN"/>
        </a:p>
      </dgm:t>
    </dgm:pt>
    <dgm:pt modelId="{8E43AFEE-8259-487A-B430-18C0F87D27C7}" type="sibTrans" cxnId="{8F1B626F-0162-4C32-8C00-D78A15C1907B}">
      <dgm:prSet/>
      <dgm:spPr/>
      <dgm:t>
        <a:bodyPr/>
        <a:lstStyle/>
        <a:p>
          <a:endParaRPr lang="en-IN"/>
        </a:p>
      </dgm:t>
    </dgm:pt>
    <dgm:pt modelId="{201A6999-CA9C-4CAD-B093-CB432DB305E6}">
      <dgm:prSet phldrT="[Text]" custT="1"/>
      <dgm:spPr/>
      <dgm:t>
        <a:bodyPr anchor="t"/>
        <a:lstStyle/>
        <a:p>
          <a:r>
            <a:rPr lang="en-IN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Mitigation Strategies</a:t>
          </a:r>
          <a:r>
            <a:rPr lang="en-IN" sz="1900" dirty="0"/>
            <a:t>
</a:t>
          </a:r>
        </a:p>
      </dgm:t>
    </dgm:pt>
    <dgm:pt modelId="{853C3E55-3F9F-45B8-B08E-456EA73426BB}" type="parTrans" cxnId="{EE4840D9-878F-412B-AF42-4E5C6D7191E4}">
      <dgm:prSet/>
      <dgm:spPr/>
      <dgm:t>
        <a:bodyPr/>
        <a:lstStyle/>
        <a:p>
          <a:endParaRPr lang="en-IN"/>
        </a:p>
      </dgm:t>
    </dgm:pt>
    <dgm:pt modelId="{8C241F11-16AF-4315-B157-9305DEBF44A5}" type="sibTrans" cxnId="{EE4840D9-878F-412B-AF42-4E5C6D7191E4}">
      <dgm:prSet/>
      <dgm:spPr/>
      <dgm:t>
        <a:bodyPr/>
        <a:lstStyle/>
        <a:p>
          <a:endParaRPr lang="en-IN"/>
        </a:p>
      </dgm:t>
    </dgm:pt>
    <dgm:pt modelId="{15903393-52E0-423C-BCCE-AB03BDDBA874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Apply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data augmentation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&amp; transfer learning.
Collaborate with hospitals for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larger datasets.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
Expand model to detect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severity levels.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
Future integration with “Electronic Health Records (EHRs)”.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40122B9-3404-47CB-9E5D-65C378582F0A}" type="parTrans" cxnId="{A19046D4-EC6A-484B-932B-C0A8E8491BEA}">
      <dgm:prSet/>
      <dgm:spPr/>
      <dgm:t>
        <a:bodyPr/>
        <a:lstStyle/>
        <a:p>
          <a:endParaRPr lang="en-IN"/>
        </a:p>
      </dgm:t>
    </dgm:pt>
    <dgm:pt modelId="{BDB123AE-8F62-48EC-B3AA-87F5550D8539}" type="sibTrans" cxnId="{A19046D4-EC6A-484B-932B-C0A8E8491BEA}">
      <dgm:prSet/>
      <dgm:spPr/>
      <dgm:t>
        <a:bodyPr/>
        <a:lstStyle/>
        <a:p>
          <a:endParaRPr lang="en-IN"/>
        </a:p>
      </dgm:t>
    </dgm:pt>
    <dgm:pt modelId="{44B73C5E-F5F4-4DF1-9E76-9B567E0A9CEE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Shift from X-ray to direct image-based scoliosis screening for wider, low-cost deployment. 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812377-A16A-4AD8-A589-DB61AB4D2363}" type="parTrans" cxnId="{59B7E9BB-84B7-4F6C-ACD9-CB45F03163AE}">
      <dgm:prSet/>
      <dgm:spPr/>
      <dgm:t>
        <a:bodyPr/>
        <a:lstStyle/>
        <a:p>
          <a:endParaRPr lang="en-IN"/>
        </a:p>
      </dgm:t>
    </dgm:pt>
    <dgm:pt modelId="{D0237AC1-F4C7-4E49-AE57-B7AE0997700C}" type="sibTrans" cxnId="{59B7E9BB-84B7-4F6C-ACD9-CB45F03163AE}">
      <dgm:prSet/>
      <dgm:spPr/>
      <dgm:t>
        <a:bodyPr/>
        <a:lstStyle/>
        <a:p>
          <a:endParaRPr lang="en-IN"/>
        </a:p>
      </dgm:t>
    </dgm:pt>
    <dgm:pt modelId="{3751B76B-8370-491B-9283-3F648BAFBF54}" type="pres">
      <dgm:prSet presAssocID="{ABB30074-C394-435D-A701-4F5275057A53}" presName="Name0" presStyleCnt="0">
        <dgm:presLayoutVars>
          <dgm:dir/>
          <dgm:animLvl val="lvl"/>
          <dgm:resizeHandles val="exact"/>
        </dgm:presLayoutVars>
      </dgm:prSet>
      <dgm:spPr/>
    </dgm:pt>
    <dgm:pt modelId="{660D7C67-5453-400B-8E89-FE79BE78C55C}" type="pres">
      <dgm:prSet presAssocID="{76E66AD1-2ED7-46D8-8FB2-A61B32F10310}" presName="composite" presStyleCnt="0"/>
      <dgm:spPr/>
    </dgm:pt>
    <dgm:pt modelId="{036F031A-18E4-495C-B0B4-14A13C490B83}" type="pres">
      <dgm:prSet presAssocID="{76E66AD1-2ED7-46D8-8FB2-A61B32F1031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E8699A6-E633-44B4-93DF-4F5792B526B5}" type="pres">
      <dgm:prSet presAssocID="{76E66AD1-2ED7-46D8-8FB2-A61B32F10310}" presName="desTx" presStyleLbl="alignAccFollowNode1" presStyleIdx="0" presStyleCnt="3">
        <dgm:presLayoutVars>
          <dgm:bulletEnabled val="1"/>
        </dgm:presLayoutVars>
      </dgm:prSet>
      <dgm:spPr/>
    </dgm:pt>
    <dgm:pt modelId="{BFE18085-9067-4F34-9257-DC4D7852D27A}" type="pres">
      <dgm:prSet presAssocID="{7EF2907D-6F97-41AE-829E-2786ED9016F3}" presName="space" presStyleCnt="0"/>
      <dgm:spPr/>
    </dgm:pt>
    <dgm:pt modelId="{7EB2CDAE-6712-47F0-BDA7-07F62F8E4172}" type="pres">
      <dgm:prSet presAssocID="{3BA3CA59-AAA0-4F7B-A13E-433702442CA7}" presName="composite" presStyleCnt="0"/>
      <dgm:spPr/>
    </dgm:pt>
    <dgm:pt modelId="{D4E109D3-FF2F-4318-9172-39F4F57BE518}" type="pres">
      <dgm:prSet presAssocID="{3BA3CA59-AAA0-4F7B-A13E-433702442CA7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1C50C3D9-0167-4E40-ACF6-F7EDC916A50D}" type="pres">
      <dgm:prSet presAssocID="{3BA3CA59-AAA0-4F7B-A13E-433702442CA7}" presName="desTx" presStyleLbl="alignAccFollowNode1" presStyleIdx="1" presStyleCnt="3">
        <dgm:presLayoutVars>
          <dgm:bulletEnabled val="1"/>
        </dgm:presLayoutVars>
      </dgm:prSet>
      <dgm:spPr/>
    </dgm:pt>
    <dgm:pt modelId="{F9A75535-9C34-4715-A94F-862C8991A3DC}" type="pres">
      <dgm:prSet presAssocID="{1D0C5BE1-3C36-40B6-BA49-2290DF81FAE3}" presName="space" presStyleCnt="0"/>
      <dgm:spPr/>
    </dgm:pt>
    <dgm:pt modelId="{A25884AB-40FA-4F2E-A2A5-C48629179084}" type="pres">
      <dgm:prSet presAssocID="{201A6999-CA9C-4CAD-B093-CB432DB305E6}" presName="composite" presStyleCnt="0"/>
      <dgm:spPr/>
    </dgm:pt>
    <dgm:pt modelId="{84BA3FCB-8C68-4419-B4E4-C46139DA5DFB}" type="pres">
      <dgm:prSet presAssocID="{201A6999-CA9C-4CAD-B093-CB432DB305E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815C9BE-12B2-49CE-BF92-D393B171AE5D}" type="pres">
      <dgm:prSet presAssocID="{201A6999-CA9C-4CAD-B093-CB432DB305E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95CA90B-20D5-4613-A9CF-F298F14FDB13}" type="presOf" srcId="{76E66AD1-2ED7-46D8-8FB2-A61B32F10310}" destId="{036F031A-18E4-495C-B0B4-14A13C490B83}" srcOrd="0" destOrd="0" presId="urn:microsoft.com/office/officeart/2005/8/layout/hList1"/>
    <dgm:cxn modelId="{66CAE70C-544E-44BF-8EA7-1880F2BAA632}" type="presOf" srcId="{44B73C5E-F5F4-4DF1-9E76-9B567E0A9CEE}" destId="{0815C9BE-12B2-49CE-BF92-D393B171AE5D}" srcOrd="0" destOrd="1" presId="urn:microsoft.com/office/officeart/2005/8/layout/hList1"/>
    <dgm:cxn modelId="{54573F1B-09EE-495C-A32E-60ECAC9F3D1D}" srcId="{ABB30074-C394-435D-A701-4F5275057A53}" destId="{3BA3CA59-AAA0-4F7B-A13E-433702442CA7}" srcOrd="1" destOrd="0" parTransId="{8FEC6D14-F25D-4DB3-8B40-3636B837560B}" sibTransId="{1D0C5BE1-3C36-40B6-BA49-2290DF81FAE3}"/>
    <dgm:cxn modelId="{E36C7722-D2A9-4924-A21A-31229289C42B}" type="presOf" srcId="{62A9E9EE-856D-4AEC-A121-5DE8C9354BDA}" destId="{1C50C3D9-0167-4E40-ACF6-F7EDC916A50D}" srcOrd="0" destOrd="0" presId="urn:microsoft.com/office/officeart/2005/8/layout/hList1"/>
    <dgm:cxn modelId="{A0A0782A-0757-46E1-8FCE-81FB7FDA3BCF}" type="presOf" srcId="{201A6999-CA9C-4CAD-B093-CB432DB305E6}" destId="{84BA3FCB-8C68-4419-B4E4-C46139DA5DFB}" srcOrd="0" destOrd="0" presId="urn:microsoft.com/office/officeart/2005/8/layout/hList1"/>
    <dgm:cxn modelId="{A01F6D4B-EB92-4C2B-B486-9B0FE8024227}" type="presOf" srcId="{15903393-52E0-423C-BCCE-AB03BDDBA874}" destId="{0815C9BE-12B2-49CE-BF92-D393B171AE5D}" srcOrd="0" destOrd="0" presId="urn:microsoft.com/office/officeart/2005/8/layout/hList1"/>
    <dgm:cxn modelId="{8F1B626F-0162-4C32-8C00-D78A15C1907B}" srcId="{3BA3CA59-AAA0-4F7B-A13E-433702442CA7}" destId="{62A9E9EE-856D-4AEC-A121-5DE8C9354BDA}" srcOrd="0" destOrd="0" parTransId="{D274371B-C72A-45ED-A0C7-ECA011C12D60}" sibTransId="{8E43AFEE-8259-487A-B430-18C0F87D27C7}"/>
    <dgm:cxn modelId="{FC26E687-CF9D-494E-A036-C96A10F54F6B}" type="presOf" srcId="{3BA3CA59-AAA0-4F7B-A13E-433702442CA7}" destId="{D4E109D3-FF2F-4318-9172-39F4F57BE518}" srcOrd="0" destOrd="0" presId="urn:microsoft.com/office/officeart/2005/8/layout/hList1"/>
    <dgm:cxn modelId="{5AEFF39F-A601-483F-9CC6-F5EBDBD2A416}" srcId="{ABB30074-C394-435D-A701-4F5275057A53}" destId="{76E66AD1-2ED7-46D8-8FB2-A61B32F10310}" srcOrd="0" destOrd="0" parTransId="{88ABAF7A-56C5-402C-9511-49C92D82F512}" sibTransId="{7EF2907D-6F97-41AE-829E-2786ED9016F3}"/>
    <dgm:cxn modelId="{115132A7-BE98-47B9-839A-75EB5E333F92}" type="presOf" srcId="{9DCFFC0C-35D6-483A-BFC3-FC3F774A7745}" destId="{EE8699A6-E633-44B4-93DF-4F5792B526B5}" srcOrd="0" destOrd="0" presId="urn:microsoft.com/office/officeart/2005/8/layout/hList1"/>
    <dgm:cxn modelId="{9D21A5B5-A62B-4765-B263-18B4A5091D49}" type="presOf" srcId="{ABB30074-C394-435D-A701-4F5275057A53}" destId="{3751B76B-8370-491B-9283-3F648BAFBF54}" srcOrd="0" destOrd="0" presId="urn:microsoft.com/office/officeart/2005/8/layout/hList1"/>
    <dgm:cxn modelId="{59B7E9BB-84B7-4F6C-ACD9-CB45F03163AE}" srcId="{201A6999-CA9C-4CAD-B093-CB432DB305E6}" destId="{44B73C5E-F5F4-4DF1-9E76-9B567E0A9CEE}" srcOrd="1" destOrd="0" parTransId="{83812377-A16A-4AD8-A589-DB61AB4D2363}" sibTransId="{D0237AC1-F4C7-4E49-AE57-B7AE0997700C}"/>
    <dgm:cxn modelId="{A19046D4-EC6A-484B-932B-C0A8E8491BEA}" srcId="{201A6999-CA9C-4CAD-B093-CB432DB305E6}" destId="{15903393-52E0-423C-BCCE-AB03BDDBA874}" srcOrd="0" destOrd="0" parTransId="{840122B9-3404-47CB-9E5D-65C378582F0A}" sibTransId="{BDB123AE-8F62-48EC-B3AA-87F5550D8539}"/>
    <dgm:cxn modelId="{EE4840D9-878F-412B-AF42-4E5C6D7191E4}" srcId="{ABB30074-C394-435D-A701-4F5275057A53}" destId="{201A6999-CA9C-4CAD-B093-CB432DB305E6}" srcOrd="2" destOrd="0" parTransId="{853C3E55-3F9F-45B8-B08E-456EA73426BB}" sibTransId="{8C241F11-16AF-4315-B157-9305DEBF44A5}"/>
    <dgm:cxn modelId="{6E45BFDF-0974-4E7A-B119-6A23B09E4801}" srcId="{76E66AD1-2ED7-46D8-8FB2-A61B32F10310}" destId="{9DCFFC0C-35D6-483A-BFC3-FC3F774A7745}" srcOrd="0" destOrd="0" parTransId="{6BCB3EBE-C907-4E83-9DDB-4194C6142030}" sibTransId="{E20A777D-63A5-4611-BC20-FB7FDC2330D1}"/>
    <dgm:cxn modelId="{3B722501-6214-413A-9F59-244B4D1F1C86}" type="presParOf" srcId="{3751B76B-8370-491B-9283-3F648BAFBF54}" destId="{660D7C67-5453-400B-8E89-FE79BE78C55C}" srcOrd="0" destOrd="0" presId="urn:microsoft.com/office/officeart/2005/8/layout/hList1"/>
    <dgm:cxn modelId="{D813B9F7-A798-4356-B2AB-35820AF4E498}" type="presParOf" srcId="{660D7C67-5453-400B-8E89-FE79BE78C55C}" destId="{036F031A-18E4-495C-B0B4-14A13C490B83}" srcOrd="0" destOrd="0" presId="urn:microsoft.com/office/officeart/2005/8/layout/hList1"/>
    <dgm:cxn modelId="{1D8E25A7-3371-4CB7-96CB-57A893EE1412}" type="presParOf" srcId="{660D7C67-5453-400B-8E89-FE79BE78C55C}" destId="{EE8699A6-E633-44B4-93DF-4F5792B526B5}" srcOrd="1" destOrd="0" presId="urn:microsoft.com/office/officeart/2005/8/layout/hList1"/>
    <dgm:cxn modelId="{28BB4854-CB08-4D54-A664-4C9C96C9122E}" type="presParOf" srcId="{3751B76B-8370-491B-9283-3F648BAFBF54}" destId="{BFE18085-9067-4F34-9257-DC4D7852D27A}" srcOrd="1" destOrd="0" presId="urn:microsoft.com/office/officeart/2005/8/layout/hList1"/>
    <dgm:cxn modelId="{454377ED-B1C3-4180-8070-02FC7604FC82}" type="presParOf" srcId="{3751B76B-8370-491B-9283-3F648BAFBF54}" destId="{7EB2CDAE-6712-47F0-BDA7-07F62F8E4172}" srcOrd="2" destOrd="0" presId="urn:microsoft.com/office/officeart/2005/8/layout/hList1"/>
    <dgm:cxn modelId="{27666AF3-7CA9-410F-BD21-DB05F5A159C6}" type="presParOf" srcId="{7EB2CDAE-6712-47F0-BDA7-07F62F8E4172}" destId="{D4E109D3-FF2F-4318-9172-39F4F57BE518}" srcOrd="0" destOrd="0" presId="urn:microsoft.com/office/officeart/2005/8/layout/hList1"/>
    <dgm:cxn modelId="{2E033FB7-E49E-4C05-A60B-08F0D4A6E80E}" type="presParOf" srcId="{7EB2CDAE-6712-47F0-BDA7-07F62F8E4172}" destId="{1C50C3D9-0167-4E40-ACF6-F7EDC916A50D}" srcOrd="1" destOrd="0" presId="urn:microsoft.com/office/officeart/2005/8/layout/hList1"/>
    <dgm:cxn modelId="{FC9348A6-1E42-4C54-9247-747AE5F84C6D}" type="presParOf" srcId="{3751B76B-8370-491B-9283-3F648BAFBF54}" destId="{F9A75535-9C34-4715-A94F-862C8991A3DC}" srcOrd="3" destOrd="0" presId="urn:microsoft.com/office/officeart/2005/8/layout/hList1"/>
    <dgm:cxn modelId="{8085AF1E-49C9-43FB-B895-436CB8D19A00}" type="presParOf" srcId="{3751B76B-8370-491B-9283-3F648BAFBF54}" destId="{A25884AB-40FA-4F2E-A2A5-C48629179084}" srcOrd="4" destOrd="0" presId="urn:microsoft.com/office/officeart/2005/8/layout/hList1"/>
    <dgm:cxn modelId="{82714B37-0417-48F4-82EA-DCFCE95EB020}" type="presParOf" srcId="{A25884AB-40FA-4F2E-A2A5-C48629179084}" destId="{84BA3FCB-8C68-4419-B4E4-C46139DA5DFB}" srcOrd="0" destOrd="0" presId="urn:microsoft.com/office/officeart/2005/8/layout/hList1"/>
    <dgm:cxn modelId="{D3FE7892-26B2-44FD-8DE7-9161D855D680}" type="presParOf" srcId="{A25884AB-40FA-4F2E-A2A5-C48629179084}" destId="{0815C9BE-12B2-49CE-BF92-D393B171AE5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354CD6-135C-48A7-AC3E-C65FBA235E17}">
      <dsp:nvSpPr>
        <dsp:cNvPr id="0" name=""/>
        <dsp:cNvSpPr/>
      </dsp:nvSpPr>
      <dsp:spPr>
        <a:xfrm rot="5400000">
          <a:off x="4119838" y="-2331089"/>
          <a:ext cx="1333912" cy="63508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Scoliosis = abnormal spine curvature</a:t>
          </a: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Impacts </a:t>
          </a:r>
          <a:r>
            <a:rPr lang="en-IN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2–3% of adolescents</a:t>
          </a:r>
          <a:r>
            <a:rPr lang="en-I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
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Manual X-ray + expert opinion →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slow, subjective, error-prone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
Rural areas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→ no radiologists → late/missed detection</a:t>
          </a:r>
          <a:endParaRPr lang="en-IN" sz="1400" b="1" kern="1200" dirty="0"/>
        </a:p>
      </dsp:txBody>
      <dsp:txXfrm rot="-5400000">
        <a:off x="1611365" y="242500"/>
        <a:ext cx="6285743" cy="1203680"/>
      </dsp:txXfrm>
    </dsp:sp>
    <dsp:sp modelId="{CA1CA598-E375-4C86-AFCE-3D3CE0C9D68C}">
      <dsp:nvSpPr>
        <dsp:cNvPr id="0" name=""/>
        <dsp:cNvSpPr/>
      </dsp:nvSpPr>
      <dsp:spPr>
        <a:xfrm>
          <a:off x="0" y="94083"/>
          <a:ext cx="1611006" cy="14615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Problem</a:t>
          </a:r>
        </a:p>
      </dsp:txBody>
      <dsp:txXfrm>
        <a:off x="71348" y="165431"/>
        <a:ext cx="1468310" cy="1318882"/>
      </dsp:txXfrm>
    </dsp:sp>
    <dsp:sp modelId="{FB981C78-DD3E-4372-B80B-5BD4E74BD453}">
      <dsp:nvSpPr>
        <dsp:cNvPr id="0" name=""/>
        <dsp:cNvSpPr/>
      </dsp:nvSpPr>
      <dsp:spPr>
        <a:xfrm rot="5400000">
          <a:off x="4099160" y="-887581"/>
          <a:ext cx="1380572" cy="63455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CNN model 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trained on X-rays
</a:t>
          </a:r>
          <a:r>
            <a:rPr lang="en-IN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Binary output: </a:t>
          </a:r>
          <a:r>
            <a:rPr lang="en-I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Normal / Scoliosis
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Streamlit app 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for real-time screening
</a:t>
          </a:r>
          <a:r>
            <a:rPr lang="en-IN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Instant &amp; user-friendly </a:t>
          </a:r>
          <a:r>
            <a:rPr lang="en-I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predictions</a:t>
          </a:r>
        </a:p>
      </dsp:txBody>
      <dsp:txXfrm rot="-5400000">
        <a:off x="1616667" y="1662306"/>
        <a:ext cx="6278165" cy="1245784"/>
      </dsp:txXfrm>
    </dsp:sp>
    <dsp:sp modelId="{80C69B4C-701B-473C-92B4-2214662DFB4C}">
      <dsp:nvSpPr>
        <dsp:cNvPr id="0" name=""/>
        <dsp:cNvSpPr/>
      </dsp:nvSpPr>
      <dsp:spPr>
        <a:xfrm>
          <a:off x="3" y="1598630"/>
          <a:ext cx="1609815" cy="14587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Our Solution</a:t>
          </a:r>
        </a:p>
      </dsp:txBody>
      <dsp:txXfrm>
        <a:off x="71215" y="1669842"/>
        <a:ext cx="1467391" cy="1316365"/>
      </dsp:txXfrm>
    </dsp:sp>
    <dsp:sp modelId="{4E1AF34D-5F61-44B4-8174-CF508A82F17A}">
      <dsp:nvSpPr>
        <dsp:cNvPr id="0" name=""/>
        <dsp:cNvSpPr/>
      </dsp:nvSpPr>
      <dsp:spPr>
        <a:xfrm rot="5400000">
          <a:off x="4027352" y="632168"/>
          <a:ext cx="1496598" cy="632783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Non-invasive &amp; low-cost 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(uses existing X-rays)
Deployable in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rural centers, schools, telehealth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
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Seconds vs. hours/days 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for manual diagnosis
Scalable →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severity grading &amp; other spinal deformities</a:t>
          </a:r>
          <a:endParaRPr lang="en-IN" sz="18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611735" y="3120843"/>
        <a:ext cx="6254774" cy="1350482"/>
      </dsp:txXfrm>
    </dsp:sp>
    <dsp:sp modelId="{4AB13266-25A9-44B8-A594-CB0C6FB4C372}">
      <dsp:nvSpPr>
        <dsp:cNvPr id="0" name=""/>
        <dsp:cNvSpPr/>
      </dsp:nvSpPr>
      <dsp:spPr>
        <a:xfrm>
          <a:off x="0" y="3093137"/>
          <a:ext cx="1633103" cy="14512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Innovation &amp; Uniqueness</a:t>
          </a:r>
        </a:p>
      </dsp:txBody>
      <dsp:txXfrm>
        <a:off x="70845" y="3163982"/>
        <a:ext cx="1491413" cy="13095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A4965F-F3D7-4B8C-B4AB-B57C408CB3B7}">
      <dsp:nvSpPr>
        <dsp:cNvPr id="0" name=""/>
        <dsp:cNvSpPr/>
      </dsp:nvSpPr>
      <dsp:spPr>
        <a:xfrm>
          <a:off x="176049" y="253775"/>
          <a:ext cx="1220988" cy="7325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Dataset</a:t>
          </a:r>
          <a:endParaRPr lang="en-IN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6049" y="253775"/>
        <a:ext cx="1220988" cy="488395"/>
      </dsp:txXfrm>
    </dsp:sp>
    <dsp:sp modelId="{A6F7B638-F33F-403C-BFEF-A26D8FE29988}">
      <dsp:nvSpPr>
        <dsp:cNvPr id="0" name=""/>
        <dsp:cNvSpPr/>
      </dsp:nvSpPr>
      <dsp:spPr>
        <a:xfrm>
          <a:off x="316450" y="854861"/>
          <a:ext cx="1928966" cy="17128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labeled X-rays (scoliosis, normal)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6619" y="905030"/>
        <a:ext cx="1828628" cy="1612546"/>
      </dsp:txXfrm>
    </dsp:sp>
    <dsp:sp modelId="{3F2E90A5-2FAE-4CEE-A8DF-4ADE7A8B9F84}">
      <dsp:nvSpPr>
        <dsp:cNvPr id="0" name=""/>
        <dsp:cNvSpPr/>
      </dsp:nvSpPr>
      <dsp:spPr>
        <a:xfrm rot="21540487">
          <a:off x="1699551" y="323209"/>
          <a:ext cx="641526" cy="30399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 dirty="0"/>
        </a:p>
      </dsp:txBody>
      <dsp:txXfrm>
        <a:off x="1699558" y="384796"/>
        <a:ext cx="550329" cy="182394"/>
      </dsp:txXfrm>
    </dsp:sp>
    <dsp:sp modelId="{3C7F5E76-A6B7-45E2-ACDA-EBE372269A6A}">
      <dsp:nvSpPr>
        <dsp:cNvPr id="0" name=""/>
        <dsp:cNvSpPr/>
      </dsp:nvSpPr>
      <dsp:spPr>
        <a:xfrm>
          <a:off x="2607282" y="211682"/>
          <a:ext cx="1220988" cy="7325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Preprocessing</a:t>
          </a:r>
          <a:r>
            <a:rPr lang="en-IN" sz="1100" kern="1200" dirty="0"/>
            <a:t>
</a:t>
          </a:r>
        </a:p>
      </dsp:txBody>
      <dsp:txXfrm>
        <a:off x="2607282" y="211682"/>
        <a:ext cx="1220988" cy="488395"/>
      </dsp:txXfrm>
    </dsp:sp>
    <dsp:sp modelId="{3D1743F4-CB86-4283-A950-87A4EB9B6284}">
      <dsp:nvSpPr>
        <dsp:cNvPr id="0" name=""/>
        <dsp:cNvSpPr/>
      </dsp:nvSpPr>
      <dsp:spPr>
        <a:xfrm>
          <a:off x="2760680" y="780699"/>
          <a:ext cx="2081577" cy="18486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Convert to grayscale
Resize (224×224)
Normalize pixels (0–1)
Encode labels (0 = Normal, 1 = Scoliosis)</a:t>
          </a:r>
        </a:p>
      </dsp:txBody>
      <dsp:txXfrm>
        <a:off x="2814826" y="834845"/>
        <a:ext cx="1973285" cy="1740394"/>
      </dsp:txXfrm>
    </dsp:sp>
    <dsp:sp modelId="{64F02809-9B6B-4D09-A873-96F264340AE0}">
      <dsp:nvSpPr>
        <dsp:cNvPr id="0" name=""/>
        <dsp:cNvSpPr/>
      </dsp:nvSpPr>
      <dsp:spPr>
        <a:xfrm rot="8301">
          <a:off x="4161151" y="307014"/>
          <a:ext cx="705710" cy="30399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 dirty="0"/>
        </a:p>
      </dsp:txBody>
      <dsp:txXfrm>
        <a:off x="4161151" y="367702"/>
        <a:ext cx="614513" cy="182394"/>
      </dsp:txXfrm>
    </dsp:sp>
    <dsp:sp modelId="{832B2173-ABC8-4C29-963C-8B0CA9FBCCA6}">
      <dsp:nvSpPr>
        <dsp:cNvPr id="0" name=""/>
        <dsp:cNvSpPr/>
      </dsp:nvSpPr>
      <dsp:spPr>
        <a:xfrm>
          <a:off x="5159797" y="217845"/>
          <a:ext cx="1220988" cy="7325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CNN Architecture</a:t>
          </a:r>
          <a:r>
            <a:rPr lang="en-IN" sz="1100" kern="1200" dirty="0"/>
            <a:t>
</a:t>
          </a:r>
        </a:p>
      </dsp:txBody>
      <dsp:txXfrm>
        <a:off x="5159797" y="217845"/>
        <a:ext cx="1220988" cy="488395"/>
      </dsp:txXfrm>
    </dsp:sp>
    <dsp:sp modelId="{EABE2F62-520E-473F-A541-1A43E51815D8}">
      <dsp:nvSpPr>
        <dsp:cNvPr id="0" name=""/>
        <dsp:cNvSpPr/>
      </dsp:nvSpPr>
      <dsp:spPr>
        <a:xfrm>
          <a:off x="5368365" y="775700"/>
          <a:ext cx="2042835" cy="18323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Convolution + pooling layers → feature extraction
Dense + dropout layers → classification
Output layer → binary prediction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22033" y="829368"/>
        <a:ext cx="1935499" cy="1725012"/>
      </dsp:txXfrm>
    </dsp:sp>
    <dsp:sp modelId="{6D70BE22-7597-435A-A526-AEE75F63A2A9}">
      <dsp:nvSpPr>
        <dsp:cNvPr id="0" name=""/>
        <dsp:cNvSpPr/>
      </dsp:nvSpPr>
      <dsp:spPr>
        <a:xfrm rot="34644">
          <a:off x="6674642" y="322301"/>
          <a:ext cx="623041" cy="30399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 dirty="0"/>
        </a:p>
      </dsp:txBody>
      <dsp:txXfrm>
        <a:off x="6674644" y="382639"/>
        <a:ext cx="531844" cy="182394"/>
      </dsp:txXfrm>
    </dsp:sp>
    <dsp:sp modelId="{0130B90F-D32E-4DBD-86E4-49673906CE61}">
      <dsp:nvSpPr>
        <dsp:cNvPr id="0" name=""/>
        <dsp:cNvSpPr/>
      </dsp:nvSpPr>
      <dsp:spPr>
        <a:xfrm>
          <a:off x="7556275" y="241997"/>
          <a:ext cx="1220988" cy="7325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4. Training</a:t>
          </a:r>
        </a:p>
      </dsp:txBody>
      <dsp:txXfrm>
        <a:off x="7556275" y="241997"/>
        <a:ext cx="1220988" cy="488395"/>
      </dsp:txXfrm>
    </dsp:sp>
    <dsp:sp modelId="{F72E4502-FDC3-436F-9E82-3CA18369D297}">
      <dsp:nvSpPr>
        <dsp:cNvPr id="0" name=""/>
        <dsp:cNvSpPr/>
      </dsp:nvSpPr>
      <dsp:spPr>
        <a:xfrm>
          <a:off x="7845098" y="824869"/>
          <a:ext cx="1769505" cy="17685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Binary Cross-Entropy + Adam optimizer, 10 epochs</a:t>
          </a:r>
        </a:p>
      </dsp:txBody>
      <dsp:txXfrm>
        <a:off x="7896898" y="876669"/>
        <a:ext cx="1665905" cy="1664966"/>
      </dsp:txXfrm>
    </dsp:sp>
    <dsp:sp modelId="{F41B9271-531A-4FCE-9B52-31DF7A2A8FEA}">
      <dsp:nvSpPr>
        <dsp:cNvPr id="0" name=""/>
        <dsp:cNvSpPr/>
      </dsp:nvSpPr>
      <dsp:spPr>
        <a:xfrm rot="43510">
          <a:off x="9030903" y="348540"/>
          <a:ext cx="537806" cy="30399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 dirty="0"/>
        </a:p>
      </dsp:txBody>
      <dsp:txXfrm>
        <a:off x="9030907" y="408761"/>
        <a:ext cx="446609" cy="182394"/>
      </dsp:txXfrm>
    </dsp:sp>
    <dsp:sp modelId="{8976E579-4F66-4709-B2D9-D041F92ABBEB}">
      <dsp:nvSpPr>
        <dsp:cNvPr id="0" name=""/>
        <dsp:cNvSpPr/>
      </dsp:nvSpPr>
      <dsp:spPr>
        <a:xfrm>
          <a:off x="9791911" y="270294"/>
          <a:ext cx="1220988" cy="7325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5.Deployment</a:t>
          </a:r>
          <a:endParaRPr lang="en-IN" sz="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791911" y="270294"/>
        <a:ext cx="1220988" cy="488395"/>
      </dsp:txXfrm>
    </dsp:sp>
    <dsp:sp modelId="{3A8AEE80-229E-4007-BE7C-1E63B89748CF}">
      <dsp:nvSpPr>
        <dsp:cNvPr id="0" name=""/>
        <dsp:cNvSpPr/>
      </dsp:nvSpPr>
      <dsp:spPr>
        <a:xfrm>
          <a:off x="9971047" y="859396"/>
          <a:ext cx="1353844" cy="17150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Streamlit app for real-time screening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010700" y="899049"/>
        <a:ext cx="1274538" cy="16357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AE020A-E30D-484A-9A1B-DAB140C1F29F}">
      <dsp:nvSpPr>
        <dsp:cNvPr id="0" name=""/>
        <dsp:cNvSpPr/>
      </dsp:nvSpPr>
      <dsp:spPr>
        <a:xfrm>
          <a:off x="4836" y="0"/>
          <a:ext cx="2114693" cy="79587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X – ray Image</a:t>
          </a:r>
        </a:p>
      </dsp:txBody>
      <dsp:txXfrm>
        <a:off x="28146" y="23310"/>
        <a:ext cx="2068073" cy="749256"/>
      </dsp:txXfrm>
    </dsp:sp>
    <dsp:sp modelId="{9C4C9105-3CCB-4A8C-B3EA-2A20A7FFFD30}">
      <dsp:nvSpPr>
        <dsp:cNvPr id="0" name=""/>
        <dsp:cNvSpPr/>
      </dsp:nvSpPr>
      <dsp:spPr>
        <a:xfrm>
          <a:off x="2331000" y="135715"/>
          <a:ext cx="448315" cy="5244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 dirty="0"/>
        </a:p>
      </dsp:txBody>
      <dsp:txXfrm>
        <a:off x="2331000" y="240604"/>
        <a:ext cx="313821" cy="314666"/>
      </dsp:txXfrm>
    </dsp:sp>
    <dsp:sp modelId="{2B2030C1-538D-4A7B-A7F4-CF04514F9260}">
      <dsp:nvSpPr>
        <dsp:cNvPr id="0" name=""/>
        <dsp:cNvSpPr/>
      </dsp:nvSpPr>
      <dsp:spPr>
        <a:xfrm>
          <a:off x="2965408" y="0"/>
          <a:ext cx="2114693" cy="795876"/>
        </a:xfrm>
        <a:prstGeom prst="roundRect">
          <a:avLst>
            <a:gd name="adj" fmla="val 10000"/>
          </a:avLst>
        </a:prstGeom>
        <a:solidFill>
          <a:schemeClr val="accent3">
            <a:hueOff val="3750088"/>
            <a:satOff val="-5627"/>
            <a:lumOff val="-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Preprocessing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(Grayscale, Resize, Normalize)</a:t>
          </a:r>
        </a:p>
      </dsp:txBody>
      <dsp:txXfrm>
        <a:off x="2988718" y="23310"/>
        <a:ext cx="2068073" cy="749256"/>
      </dsp:txXfrm>
    </dsp:sp>
    <dsp:sp modelId="{75B22BE7-116C-49B0-93DD-66EE54A06134}">
      <dsp:nvSpPr>
        <dsp:cNvPr id="0" name=""/>
        <dsp:cNvSpPr/>
      </dsp:nvSpPr>
      <dsp:spPr>
        <a:xfrm>
          <a:off x="5291571" y="135715"/>
          <a:ext cx="448315" cy="5244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 dirty="0"/>
        </a:p>
      </dsp:txBody>
      <dsp:txXfrm>
        <a:off x="5291571" y="240604"/>
        <a:ext cx="313821" cy="314666"/>
      </dsp:txXfrm>
    </dsp:sp>
    <dsp:sp modelId="{DC64684A-C722-40C0-AECB-97A6AC3B60ED}">
      <dsp:nvSpPr>
        <dsp:cNvPr id="0" name=""/>
        <dsp:cNvSpPr/>
      </dsp:nvSpPr>
      <dsp:spPr>
        <a:xfrm>
          <a:off x="5925979" y="0"/>
          <a:ext cx="2114693" cy="795876"/>
        </a:xfrm>
        <a:prstGeom prst="roundRect">
          <a:avLst>
            <a:gd name="adj" fmla="val 10000"/>
          </a:avLst>
        </a:prstGeom>
        <a:solidFill>
          <a:schemeClr val="accent3">
            <a:hueOff val="7500176"/>
            <a:satOff val="-11253"/>
            <a:lumOff val="-18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CNN Model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(Convolution + Pooling + Dense + Dropout)</a:t>
          </a:r>
        </a:p>
      </dsp:txBody>
      <dsp:txXfrm>
        <a:off x="5949289" y="23310"/>
        <a:ext cx="2068073" cy="749256"/>
      </dsp:txXfrm>
    </dsp:sp>
    <dsp:sp modelId="{D835EEA9-2A32-4B71-9EFD-54B4E24A9749}">
      <dsp:nvSpPr>
        <dsp:cNvPr id="0" name=""/>
        <dsp:cNvSpPr/>
      </dsp:nvSpPr>
      <dsp:spPr>
        <a:xfrm>
          <a:off x="8252143" y="135715"/>
          <a:ext cx="448315" cy="5244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 dirty="0"/>
        </a:p>
      </dsp:txBody>
      <dsp:txXfrm>
        <a:off x="8252143" y="240604"/>
        <a:ext cx="313821" cy="314666"/>
      </dsp:txXfrm>
    </dsp:sp>
    <dsp:sp modelId="{EEEFE2F9-F120-4FCB-BF4C-8C01AB8ED673}">
      <dsp:nvSpPr>
        <dsp:cNvPr id="0" name=""/>
        <dsp:cNvSpPr/>
      </dsp:nvSpPr>
      <dsp:spPr>
        <a:xfrm>
          <a:off x="8886551" y="0"/>
          <a:ext cx="2114693" cy="795876"/>
        </a:xfrm>
        <a:prstGeom prst="roundRect">
          <a:avLst>
            <a:gd name="adj" fmla="val 10000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Output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Normal/Scoliosis</a:t>
          </a:r>
        </a:p>
      </dsp:txBody>
      <dsp:txXfrm>
        <a:off x="8909861" y="23310"/>
        <a:ext cx="2068073" cy="7492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6F031A-18E4-495C-B0B4-14A13C490B83}">
      <dsp:nvSpPr>
        <dsp:cNvPr id="0" name=""/>
        <dsp:cNvSpPr/>
      </dsp:nvSpPr>
      <dsp:spPr>
        <a:xfrm>
          <a:off x="2442" y="16043"/>
          <a:ext cx="2380991" cy="8448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Feasibility</a:t>
          </a:r>
          <a:r>
            <a:rPr lang="en-IN" sz="1500" kern="1200" dirty="0"/>
            <a:t>
</a:t>
          </a:r>
        </a:p>
      </dsp:txBody>
      <dsp:txXfrm>
        <a:off x="2442" y="16043"/>
        <a:ext cx="2380991" cy="844859"/>
      </dsp:txXfrm>
    </dsp:sp>
    <dsp:sp modelId="{EE8699A6-E633-44B4-93DF-4F5792B526B5}">
      <dsp:nvSpPr>
        <dsp:cNvPr id="0" name=""/>
        <dsp:cNvSpPr/>
      </dsp:nvSpPr>
      <dsp:spPr>
        <a:xfrm>
          <a:off x="2442" y="860903"/>
          <a:ext cx="2380991" cy="37829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Runs efficiently on </a:t>
          </a: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mid-range CPUs/GPUs.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
Web app deployable in </a:t>
          </a: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hospitals, schools, rural units.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
User-friendly interface → no technical expertise required.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42" y="860903"/>
        <a:ext cx="2380991" cy="3782953"/>
      </dsp:txXfrm>
    </dsp:sp>
    <dsp:sp modelId="{D4E109D3-FF2F-4318-9172-39F4F57BE518}">
      <dsp:nvSpPr>
        <dsp:cNvPr id="0" name=""/>
        <dsp:cNvSpPr/>
      </dsp:nvSpPr>
      <dsp:spPr>
        <a:xfrm>
          <a:off x="2716772" y="16043"/>
          <a:ext cx="2380991" cy="8448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Challenges</a:t>
          </a:r>
          <a:r>
            <a:rPr lang="en-IN" sz="1500" kern="1200" dirty="0"/>
            <a:t>
</a:t>
          </a:r>
        </a:p>
      </dsp:txBody>
      <dsp:txXfrm>
        <a:off x="2716772" y="16043"/>
        <a:ext cx="2380991" cy="844859"/>
      </dsp:txXfrm>
    </dsp:sp>
    <dsp:sp modelId="{1C50C3D9-0167-4E40-ACF6-F7EDC916A50D}">
      <dsp:nvSpPr>
        <dsp:cNvPr id="0" name=""/>
        <dsp:cNvSpPr/>
      </dsp:nvSpPr>
      <dsp:spPr>
        <a:xfrm>
          <a:off x="2716772" y="860903"/>
          <a:ext cx="2380991" cy="37829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Small dataset (259 images)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→ limited generalization.
</a:t>
          </a: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Accuracy: 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Training </a:t>
          </a: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88.65%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| Validation </a:t>
          </a: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78.85%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
</a:t>
          </a: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 clinical validation yet.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
Dependent on </a:t>
          </a: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image quality 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from users.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16772" y="860903"/>
        <a:ext cx="2380991" cy="3782953"/>
      </dsp:txXfrm>
    </dsp:sp>
    <dsp:sp modelId="{84BA3FCB-8C68-4419-B4E4-C46139DA5DFB}">
      <dsp:nvSpPr>
        <dsp:cNvPr id="0" name=""/>
        <dsp:cNvSpPr/>
      </dsp:nvSpPr>
      <dsp:spPr>
        <a:xfrm>
          <a:off x="5431103" y="16043"/>
          <a:ext cx="2380991" cy="8448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Mitigation Strategies</a:t>
          </a:r>
          <a:r>
            <a:rPr lang="en-IN" sz="1900" kern="1200" dirty="0"/>
            <a:t>
</a:t>
          </a:r>
        </a:p>
      </dsp:txBody>
      <dsp:txXfrm>
        <a:off x="5431103" y="16043"/>
        <a:ext cx="2380991" cy="844859"/>
      </dsp:txXfrm>
    </dsp:sp>
    <dsp:sp modelId="{0815C9BE-12B2-49CE-BF92-D393B171AE5D}">
      <dsp:nvSpPr>
        <dsp:cNvPr id="0" name=""/>
        <dsp:cNvSpPr/>
      </dsp:nvSpPr>
      <dsp:spPr>
        <a:xfrm>
          <a:off x="5431103" y="860903"/>
          <a:ext cx="2380991" cy="37829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Apply </a:t>
          </a: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augmentation 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&amp; transfer learning.
Collaborate with hospitals for </a:t>
          </a: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larger datasets.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
Expand model to detect </a:t>
          </a: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severity levels.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
Future integration with “Electronic Health Records (EHRs)”.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Shift from X-ray to direct image-based scoliosis screening for wider, low-cost deployment. 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31103" y="860903"/>
        <a:ext cx="2380991" cy="37829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143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u"/>
  </p:transition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12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11" Type="http://schemas.openxmlformats.org/officeDocument/2006/relationships/diagramQuickStyle" Target="../diagrams/quickStyle3.xml"/><Relationship Id="rId5" Type="http://schemas.openxmlformats.org/officeDocument/2006/relationships/diagramLayout" Target="../diagrams/layout2.xml"/><Relationship Id="rId10" Type="http://schemas.openxmlformats.org/officeDocument/2006/relationships/diagramLayout" Target="../diagrams/layout3.xml"/><Relationship Id="rId4" Type="http://schemas.openxmlformats.org/officeDocument/2006/relationships/diagramData" Target="../diagrams/data2.xml"/><Relationship Id="rId9" Type="http://schemas.openxmlformats.org/officeDocument/2006/relationships/diagramData" Target="../diagrams/data3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drive.google.com/file/d/1gVI7Ag3UTu4f4lnA8FBD2KwFLDaDVgMZ/view?usp=sharing" TargetMode="External"/><Relationship Id="rId4" Type="http://schemas.openxmlformats.org/officeDocument/2006/relationships/hyperlink" Target="M.%20Fraiwan%20et%20al.,%20Mendeley%20Data,%202021.%20DOI:%2010.17632/9v3x7xwxg5.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70112" y="2459507"/>
            <a:ext cx="3203509" cy="3216166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187669" y="339836"/>
            <a:ext cx="8534400" cy="496614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8"/>
            <a:ext cx="10363200" cy="2379205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9558" y="921200"/>
            <a:ext cx="10534773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25131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AI-Based Scoliosis Detection and Screening System (Student Innovation)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MedTech / HealthTech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HealthTech Innovators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AEF81BC5-D751-9FF3-942A-0F978F2D6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193" y="1789386"/>
            <a:ext cx="3655613" cy="3761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222939" y="252246"/>
            <a:ext cx="7618428" cy="480851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AI-Powered Scoliosis Detection and Screening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174417"/>
            <a:ext cx="1688213" cy="104052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Tech Innovators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EAB657-EB3C-F7B7-FFCC-83892A073B6E}"/>
              </a:ext>
            </a:extLst>
          </p:cNvPr>
          <p:cNvSpPr txBox="1"/>
          <p:nvPr/>
        </p:nvSpPr>
        <p:spPr>
          <a:xfrm>
            <a:off x="496614" y="1560786"/>
            <a:ext cx="3610303" cy="4234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864C7AFC-4956-1672-CF49-7DDD38EA21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2916966"/>
              </p:ext>
            </p:extLst>
          </p:nvPr>
        </p:nvGraphicFramePr>
        <p:xfrm>
          <a:off x="235842" y="1585953"/>
          <a:ext cx="7962227" cy="4627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E9E3EB3-5C96-B8AA-FCF0-9C9C313DDF12}"/>
              </a:ext>
            </a:extLst>
          </p:cNvPr>
          <p:cNvSpPr txBox="1"/>
          <p:nvPr/>
        </p:nvSpPr>
        <p:spPr>
          <a:xfrm>
            <a:off x="8298292" y="5551256"/>
            <a:ext cx="3752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Comparative X-ray showing a normal spine vs.  a scoliosis-affected spine. </a:t>
            </a:r>
            <a:endParaRPr lang="en-IN" sz="1400" i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12221"/>
            <a:ext cx="10972800" cy="111140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142309"/>
            <a:ext cx="1672449" cy="11430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Innovators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0E2A259-379A-C8F2-7A9C-0DB071AA7312}"/>
              </a:ext>
            </a:extLst>
          </p:cNvPr>
          <p:cNvSpPr/>
          <p:nvPr/>
        </p:nvSpPr>
        <p:spPr>
          <a:xfrm>
            <a:off x="2002221" y="1051275"/>
            <a:ext cx="7898524" cy="7882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TensorFlow/Keras, OpenCV, Streamlit, Google Colab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4A53C7-D1E0-19F6-57DC-06E8878E258C}"/>
              </a:ext>
            </a:extLst>
          </p:cNvPr>
          <p:cNvSpPr txBox="1"/>
          <p:nvPr/>
        </p:nvSpPr>
        <p:spPr>
          <a:xfrm>
            <a:off x="538003" y="1950054"/>
            <a:ext cx="2041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:-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C42D23BA-AD87-6C01-72F9-79773CF050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5470670"/>
              </p:ext>
            </p:extLst>
          </p:nvPr>
        </p:nvGraphicFramePr>
        <p:xfrm>
          <a:off x="433552" y="2243462"/>
          <a:ext cx="11337206" cy="2774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42F614BF-C953-994E-6B25-7F15D9F94B09}"/>
              </a:ext>
            </a:extLst>
          </p:cNvPr>
          <p:cNvSpPr txBox="1"/>
          <p:nvPr/>
        </p:nvSpPr>
        <p:spPr>
          <a:xfrm>
            <a:off x="609600" y="5025758"/>
            <a:ext cx="223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Flow:-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ADAA1E6-2EF1-9AA0-58DE-9C86E9ADEF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2286275"/>
              </p:ext>
            </p:extLst>
          </p:nvPr>
        </p:nvGraphicFramePr>
        <p:xfrm>
          <a:off x="752366" y="5422365"/>
          <a:ext cx="11006082" cy="795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  <p:transition spd="slow">
    <p:wipe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99241" y="4703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4E8E95DC-FB6A-67A2-629A-3E47B9DD5F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197066"/>
            <a:ext cx="1688213" cy="104052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Tech Innovators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DEC6770-7B74-61B2-E70C-D1B539A0A4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5922597"/>
              </p:ext>
            </p:extLst>
          </p:nvPr>
        </p:nvGraphicFramePr>
        <p:xfrm>
          <a:off x="4135031" y="1315230"/>
          <a:ext cx="7814537" cy="4659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C91F738E-427B-0AFF-9C55-33919895A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94" y="1315230"/>
            <a:ext cx="3898924" cy="47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ransition spd="slow">
    <p:wipe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46537" y="510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20D1E30A-1FD2-9E3E-BE81-3B1AFF87EC8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2749" y="56343"/>
            <a:ext cx="1688213" cy="104052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Tech Innovators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6765B5-3247-97FC-E5B9-F509D774FFBA}"/>
              </a:ext>
            </a:extLst>
          </p:cNvPr>
          <p:cNvSpPr/>
          <p:nvPr/>
        </p:nvSpPr>
        <p:spPr>
          <a:xfrm>
            <a:off x="73822" y="1164036"/>
            <a:ext cx="3536481" cy="512700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Target Users-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 &amp; Orthopaedic Specialists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support in diagnosis.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&amp; Community Clinics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low-cost, fast screening.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Schools / Health Programs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early adolescent detection.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Centers → reduce workload of radiologists.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712F2-70CB-3DC1-B550-6F2D7AB48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1247" y="1232296"/>
            <a:ext cx="2926645" cy="5038275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63C6B6A-8A62-1D0B-A181-4720552A3863}"/>
              </a:ext>
            </a:extLst>
          </p:cNvPr>
          <p:cNvSpPr/>
          <p:nvPr/>
        </p:nvSpPr>
        <p:spPr>
          <a:xfrm>
            <a:off x="6678836" y="1148106"/>
            <a:ext cx="5371650" cy="514293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-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Impact 🩺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scoliosis detection prevents long-term complications (chronic pain, respiratory issues).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 expert radiologists.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Impact 💰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Cuts down diagnosis time &amp; cost.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unnecessary follow-up scans.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Impact 🌍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healthcare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in rural/underserved regions.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telemedicine &amp; mobile health camps.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Scalability 🚀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Extendable to other spinal deformities.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integrate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EHR systems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hospital workflows.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deployment → useful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remote screenings.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ransition spd="slow">
    <p:wipe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43276" y="-5551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1922" y="32880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69D7A17D-789D-6827-B276-F7F275BB676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50640"/>
            <a:ext cx="1688213" cy="104052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Tech Innovators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CA18206-6BD5-3317-51B2-1E4246860C5C}"/>
              </a:ext>
            </a:extLst>
          </p:cNvPr>
          <p:cNvSpPr/>
          <p:nvPr/>
        </p:nvSpPr>
        <p:spPr>
          <a:xfrm>
            <a:off x="81490" y="1193640"/>
            <a:ext cx="2716889" cy="505013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Base &amp; Credibility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Fraiwan et al., Mendeley Data, 2021. DOI: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10.17632/9v3x7xwxg5.1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Achieved: *Validation accuracy 78.85%*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Backed by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10+ peer-reviewed papers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paper accepted in conference →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credibility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AFBB53E-7DC0-5724-6AAD-A280EC4F895E}"/>
              </a:ext>
            </a:extLst>
          </p:cNvPr>
          <p:cNvSpPr/>
          <p:nvPr/>
        </p:nvSpPr>
        <p:spPr>
          <a:xfrm>
            <a:off x="2885091" y="1203524"/>
            <a:ext cx="5155324" cy="50303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Demonstration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 App Screenshot: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spinal X-ray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prediction: Normal / Scoliosis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feasibility &amp; real-world usability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Demonstration &amp; Video Link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Click Here   </a:t>
            </a:r>
            <a:r>
              <a:rPr lang="en-IN" sz="1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IN" sz="1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://drive.google.com/file/d/1gVI7Ag3UTu4f4lnA8FBD2KwFLDaDVgMZ/view?usp=sharing</a:t>
            </a:r>
            <a:endParaRPr lang="en-IN" sz="15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DF7E290-9C8D-7463-F25F-89D2B8425339}"/>
              </a:ext>
            </a:extLst>
          </p:cNvPr>
          <p:cNvSpPr/>
          <p:nvPr/>
        </p:nvSpPr>
        <p:spPr>
          <a:xfrm>
            <a:off x="8127127" y="1208362"/>
            <a:ext cx="3983383" cy="50624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References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M. Fraiwan, Z. Audat, L. Fraiwan, and T.Manasreh, “Using deep transfer learning todetect scoliosis and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spondylolisthesis from X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‐ray images,” *PLoS ONE*, vol. 17, no. 5,art. no. e0267851,2022,doi:10.1371/journal.pone.0267851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G. B. Lee, D. T. Priefer, and R. Priefer,“Scoliosis: Causes and Treatments,”*Adolescents*, vol. 2, no. 2, pp. 220–234,2022.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H. Wang, T. Zhang, K. M.‐C. Cheung and G. K.‐H. Shea, “Application of deep learning upon spinal radiographs to predict progression in adolescent idiopathic scoliosis at first clinic visit,”*EClinicalMedicine*,vol. 42,art. no. 101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220,Dec. 2021., doi:10.1016/j.eclinm.2021.101220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Sung, H.-W. Chae, H. S. Lee et al.,“Incidence and surgery rate of idiopathic scoliosis: A nationwide database study,” *Int. J. Environ. Res. Public Health*, vol. 18, no. 15,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art. no. 8152,Aug. 2021, doi:10.3390/ijerph18158152.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T. Kokabu et al., “An algorithm for using deep learning convolutional neural networks with three-dimensional depth sensor imaging in scoliosis detection,” *Spine J.*, vol. 21, no. 6, pp. 980–987, Jun. 2021.</a:t>
            </a:r>
          </a:p>
        </p:txBody>
      </p:sp>
      <p:pic>
        <p:nvPicPr>
          <p:cNvPr id="9" name="Graphic 8" descr="Right pointing backhand index with solid fill">
            <a:extLst>
              <a:ext uri="{FF2B5EF4-FFF2-40B4-BE49-F238E27FC236}">
                <a16:creationId xmlns:a16="http://schemas.microsoft.com/office/drawing/2014/main" id="{AA608A66-D142-651A-1D16-BF2B23F5B2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4436089" y="2820101"/>
            <a:ext cx="244367" cy="4216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693D36-8CFB-2990-35CE-7C1BE6E739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036" y="3668654"/>
            <a:ext cx="4206530" cy="237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ransition spd="slow">
    <p:wipe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7967</TotalTime>
  <Words>968</Words>
  <Application>Microsoft Office PowerPoint</Application>
  <PresentationFormat>Widescreen</PresentationFormat>
  <Paragraphs>111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MS PGothic</vt:lpstr>
      <vt:lpstr>Arial</vt:lpstr>
      <vt:lpstr>Calibri</vt:lpstr>
      <vt:lpstr>Courier New</vt:lpstr>
      <vt:lpstr>Garamond</vt:lpstr>
      <vt:lpstr>Times New Roman</vt:lpstr>
      <vt:lpstr>TradeGothic</vt:lpstr>
      <vt:lpstr>Wingdings</vt:lpstr>
      <vt:lpstr>Office Theme</vt:lpstr>
      <vt:lpstr>SMART INDIA HACKATHON 2025</vt:lpstr>
      <vt:lpstr> AI-Powered Scoliosis Detection and Screening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Devanshu Ekhar</cp:lastModifiedBy>
  <cp:revision>149</cp:revision>
  <dcterms:created xsi:type="dcterms:W3CDTF">2013-12-12T18:46:50Z</dcterms:created>
  <dcterms:modified xsi:type="dcterms:W3CDTF">2025-09-22T18:50:25Z</dcterms:modified>
  <cp:category/>
</cp:coreProperties>
</file>